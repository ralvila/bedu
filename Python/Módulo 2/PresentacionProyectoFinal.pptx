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5122525" cy="7921625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Montserrat" panose="00000500000000000000" pitchFamily="2" charset="0"/>
      <p:regular r:id="rId8"/>
      <p:bold r:id="rId9"/>
      <p:italic r:id="rId10"/>
      <p:boldItalic r:id="rId11"/>
    </p:embeddedFont>
    <p:embeddedFont>
      <p:font typeface="Montserrat SemiBold" panose="000007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72">
          <p15:clr>
            <a:srgbClr val="000000"/>
          </p15:clr>
        </p15:guide>
        <p15:guide id="2" pos="4763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iqahxKyyA9P4sTN13lqNjN90CS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82" y="84"/>
      </p:cViewPr>
      <p:guideLst>
        <p:guide orient="horz" pos="2472"/>
        <p:guide pos="47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9" Type="http://customschemas.google.com/relationships/presentationmetadata" Target="metadata"/><Relationship Id="rId3" Type="http://schemas.openxmlformats.org/officeDocument/2006/relationships/notesMaster" Target="notesMasters/notesMaster1.xml"/><Relationship Id="rId42" Type="http://schemas.openxmlformats.org/officeDocument/2006/relationships/theme" Target="theme/theme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2" Type="http://schemas.openxmlformats.org/officeDocument/2006/relationships/slide" Target="slides/slide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40" Type="http://schemas.openxmlformats.org/officeDocument/2006/relationships/presProps" Target="presProps.xml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57163" y="685800"/>
            <a:ext cx="65436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ed7eb645d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685800"/>
            <a:ext cx="65468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g7ed7eb645d_0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7ed7eb645d_0_1051"/>
          <p:cNvSpPr txBox="1">
            <a:spLocks noGrp="1"/>
          </p:cNvSpPr>
          <p:nvPr>
            <p:ph type="ctrTitle"/>
          </p:nvPr>
        </p:nvSpPr>
        <p:spPr>
          <a:xfrm>
            <a:off x="515509" y="1146737"/>
            <a:ext cx="14091599" cy="3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15" name="Google Shape;15;g7ed7eb645d_0_1051"/>
          <p:cNvSpPr txBox="1">
            <a:spLocks noGrp="1"/>
          </p:cNvSpPr>
          <p:nvPr>
            <p:ph type="subTitle" idx="1"/>
          </p:nvPr>
        </p:nvSpPr>
        <p:spPr>
          <a:xfrm>
            <a:off x="515496" y="4364902"/>
            <a:ext cx="14091599" cy="12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6" name="Google Shape;16;g7ed7eb645d_0_1051"/>
          <p:cNvSpPr txBox="1">
            <a:spLocks noGrp="1"/>
          </p:cNvSpPr>
          <p:nvPr>
            <p:ph type="sldNum" idx="12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7ed7eb645d_0_1055"/>
          <p:cNvSpPr txBox="1">
            <a:spLocks noGrp="1"/>
          </p:cNvSpPr>
          <p:nvPr>
            <p:ph type="title"/>
          </p:nvPr>
        </p:nvSpPr>
        <p:spPr>
          <a:xfrm>
            <a:off x="515496" y="3312575"/>
            <a:ext cx="14091599" cy="1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9pPr>
          </a:lstStyle>
          <a:p>
            <a:endParaRPr/>
          </a:p>
        </p:txBody>
      </p:sp>
      <p:sp>
        <p:nvSpPr>
          <p:cNvPr id="23" name="Google Shape;23;g7ed7eb645d_0_1055"/>
          <p:cNvSpPr txBox="1">
            <a:spLocks noGrp="1"/>
          </p:cNvSpPr>
          <p:nvPr>
            <p:ph type="sldNum" idx="12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7ed7eb645d_0_1062"/>
          <p:cNvSpPr txBox="1">
            <a:spLocks noGrp="1"/>
          </p:cNvSpPr>
          <p:nvPr>
            <p:ph type="title"/>
          </p:nvPr>
        </p:nvSpPr>
        <p:spPr>
          <a:xfrm>
            <a:off x="515496" y="685393"/>
            <a:ext cx="14091599" cy="8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7ed7eb645d_0_1062"/>
          <p:cNvSpPr txBox="1">
            <a:spLocks noGrp="1"/>
          </p:cNvSpPr>
          <p:nvPr>
            <p:ph type="body" idx="1"/>
          </p:nvPr>
        </p:nvSpPr>
        <p:spPr>
          <a:xfrm>
            <a:off x="515496" y="1774954"/>
            <a:ext cx="6615000" cy="52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lvl="2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lvl="3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lvl="4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lvl="5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■"/>
              <a:defRPr sz="1900"/>
            </a:lvl6pPr>
            <a:lvl7pPr marL="3200400" lvl="6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●"/>
              <a:defRPr sz="1900"/>
            </a:lvl7pPr>
            <a:lvl8pPr marL="3657600" lvl="7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8pPr>
            <a:lvl9pPr marL="4114800" lvl="8" indent="-349250" algn="l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SzPts val="1900"/>
              <a:buChar char="■"/>
              <a:defRPr sz="1900"/>
            </a:lvl9pPr>
          </a:lstStyle>
          <a:p>
            <a:endParaRPr/>
          </a:p>
        </p:txBody>
      </p:sp>
      <p:sp>
        <p:nvSpPr>
          <p:cNvPr id="27" name="Google Shape;27;g7ed7eb645d_0_1062"/>
          <p:cNvSpPr txBox="1">
            <a:spLocks noGrp="1"/>
          </p:cNvSpPr>
          <p:nvPr>
            <p:ph type="body" idx="2"/>
          </p:nvPr>
        </p:nvSpPr>
        <p:spPr>
          <a:xfrm>
            <a:off x="7991917" y="1774954"/>
            <a:ext cx="6615000" cy="52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lvl="2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lvl="3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lvl="4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lvl="5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■"/>
              <a:defRPr sz="1900"/>
            </a:lvl6pPr>
            <a:lvl7pPr marL="3200400" lvl="6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●"/>
              <a:defRPr sz="1900"/>
            </a:lvl7pPr>
            <a:lvl8pPr marL="3657600" lvl="7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8pPr>
            <a:lvl9pPr marL="4114800" lvl="8" indent="-349250" algn="l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SzPts val="1900"/>
              <a:buChar char="■"/>
              <a:defRPr sz="1900"/>
            </a:lvl9pPr>
          </a:lstStyle>
          <a:p>
            <a:endParaRPr/>
          </a:p>
        </p:txBody>
      </p:sp>
      <p:sp>
        <p:nvSpPr>
          <p:cNvPr id="28" name="Google Shape;28;g7ed7eb645d_0_1062"/>
          <p:cNvSpPr txBox="1">
            <a:spLocks noGrp="1"/>
          </p:cNvSpPr>
          <p:nvPr>
            <p:ph type="sldNum" idx="12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7ed7eb645d_0_1067"/>
          <p:cNvSpPr txBox="1">
            <a:spLocks noGrp="1"/>
          </p:cNvSpPr>
          <p:nvPr>
            <p:ph type="title"/>
          </p:nvPr>
        </p:nvSpPr>
        <p:spPr>
          <a:xfrm>
            <a:off x="515496" y="685393"/>
            <a:ext cx="14091599" cy="8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7ed7eb645d_0_1067"/>
          <p:cNvSpPr txBox="1">
            <a:spLocks noGrp="1"/>
          </p:cNvSpPr>
          <p:nvPr>
            <p:ph type="sldNum" idx="12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7ed7eb645d_0_1070"/>
          <p:cNvSpPr txBox="1">
            <a:spLocks noGrp="1"/>
          </p:cNvSpPr>
          <p:nvPr>
            <p:ph type="title"/>
          </p:nvPr>
        </p:nvSpPr>
        <p:spPr>
          <a:xfrm>
            <a:off x="515496" y="855693"/>
            <a:ext cx="4644000" cy="11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34" name="Google Shape;34;g7ed7eb645d_0_1070"/>
          <p:cNvSpPr txBox="1">
            <a:spLocks noGrp="1"/>
          </p:cNvSpPr>
          <p:nvPr>
            <p:ph type="body" idx="1"/>
          </p:nvPr>
        </p:nvSpPr>
        <p:spPr>
          <a:xfrm>
            <a:off x="515496" y="2140156"/>
            <a:ext cx="4644000" cy="48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lvl="2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lvl="3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lvl="4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lvl="5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■"/>
              <a:defRPr sz="1900"/>
            </a:lvl6pPr>
            <a:lvl7pPr marL="3200400" lvl="6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●"/>
              <a:defRPr sz="1900"/>
            </a:lvl7pPr>
            <a:lvl8pPr marL="3657600" lvl="7" indent="-3492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1900"/>
              <a:buChar char="○"/>
              <a:defRPr sz="1900"/>
            </a:lvl8pPr>
            <a:lvl9pPr marL="4114800" lvl="8" indent="-349250" algn="l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SzPts val="1900"/>
              <a:buChar char="■"/>
              <a:defRPr sz="1900"/>
            </a:lvl9pPr>
          </a:lstStyle>
          <a:p>
            <a:endParaRPr/>
          </a:p>
        </p:txBody>
      </p:sp>
      <p:sp>
        <p:nvSpPr>
          <p:cNvPr id="35" name="Google Shape;35;g7ed7eb645d_0_1070"/>
          <p:cNvSpPr txBox="1">
            <a:spLocks noGrp="1"/>
          </p:cNvSpPr>
          <p:nvPr>
            <p:ph type="sldNum" idx="12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7ed7eb645d_0_1074"/>
          <p:cNvSpPr txBox="1">
            <a:spLocks noGrp="1"/>
          </p:cNvSpPr>
          <p:nvPr>
            <p:ph type="title"/>
          </p:nvPr>
        </p:nvSpPr>
        <p:spPr>
          <a:xfrm>
            <a:off x="810785" y="693287"/>
            <a:ext cx="10531200" cy="6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00"/>
              <a:buNone/>
              <a:defRPr sz="7800"/>
            </a:lvl9pPr>
          </a:lstStyle>
          <a:p>
            <a:endParaRPr/>
          </a:p>
        </p:txBody>
      </p:sp>
      <p:sp>
        <p:nvSpPr>
          <p:cNvPr id="38" name="Google Shape;38;g7ed7eb645d_0_1074"/>
          <p:cNvSpPr txBox="1">
            <a:spLocks noGrp="1"/>
          </p:cNvSpPr>
          <p:nvPr>
            <p:ph type="sldNum" idx="12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7ed7eb645d_0_1077"/>
          <p:cNvSpPr/>
          <p:nvPr/>
        </p:nvSpPr>
        <p:spPr>
          <a:xfrm>
            <a:off x="7561263" y="-193"/>
            <a:ext cx="7561200" cy="7921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7ed7eb645d_0_1077"/>
          <p:cNvSpPr txBox="1">
            <a:spLocks noGrp="1"/>
          </p:cNvSpPr>
          <p:nvPr>
            <p:ph type="title"/>
          </p:nvPr>
        </p:nvSpPr>
        <p:spPr>
          <a:xfrm>
            <a:off x="439089" y="1899242"/>
            <a:ext cx="6690000" cy="22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42" name="Google Shape;42;g7ed7eb645d_0_1077"/>
          <p:cNvSpPr txBox="1">
            <a:spLocks noGrp="1"/>
          </p:cNvSpPr>
          <p:nvPr>
            <p:ph type="subTitle" idx="1"/>
          </p:nvPr>
        </p:nvSpPr>
        <p:spPr>
          <a:xfrm>
            <a:off x="439089" y="4317082"/>
            <a:ext cx="6690000" cy="19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43" name="Google Shape;43;g7ed7eb645d_0_1077"/>
          <p:cNvSpPr txBox="1">
            <a:spLocks noGrp="1"/>
          </p:cNvSpPr>
          <p:nvPr>
            <p:ph type="body" idx="2"/>
          </p:nvPr>
        </p:nvSpPr>
        <p:spPr>
          <a:xfrm>
            <a:off x="8169041" y="1115165"/>
            <a:ext cx="6345600" cy="56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>
            <a:lvl1pPr marL="457200" lvl="0" indent="-412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marL="914400" lvl="1" indent="-3746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○"/>
              <a:defRPr/>
            </a:lvl2pPr>
            <a:lvl3pPr marL="1371600" lvl="2" indent="-3746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■"/>
              <a:defRPr/>
            </a:lvl3pPr>
            <a:lvl4pPr marL="1828800" lvl="3" indent="-3746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●"/>
              <a:defRPr/>
            </a:lvl4pPr>
            <a:lvl5pPr marL="2286000" lvl="4" indent="-3746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○"/>
              <a:defRPr/>
            </a:lvl5pPr>
            <a:lvl6pPr marL="2743200" lvl="5" indent="-3746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■"/>
              <a:defRPr/>
            </a:lvl6pPr>
            <a:lvl7pPr marL="3200400" lvl="6" indent="-3746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●"/>
              <a:defRPr/>
            </a:lvl7pPr>
            <a:lvl8pPr marL="3657600" lvl="7" indent="-37465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○"/>
              <a:defRPr/>
            </a:lvl8pPr>
            <a:lvl9pPr marL="4114800" lvl="8" indent="-374650" algn="l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SzPts val="23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7ed7eb645d_0_1077"/>
          <p:cNvSpPr txBox="1">
            <a:spLocks noGrp="1"/>
          </p:cNvSpPr>
          <p:nvPr>
            <p:ph type="sldNum" idx="12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7ed7eb645d_0_1083"/>
          <p:cNvSpPr txBox="1">
            <a:spLocks noGrp="1"/>
          </p:cNvSpPr>
          <p:nvPr>
            <p:ph type="body" idx="1"/>
          </p:nvPr>
        </p:nvSpPr>
        <p:spPr>
          <a:xfrm>
            <a:off x="515496" y="6515608"/>
            <a:ext cx="9921000" cy="9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7ed7eb645d_0_1083"/>
          <p:cNvSpPr txBox="1">
            <a:spLocks noGrp="1"/>
          </p:cNvSpPr>
          <p:nvPr>
            <p:ph type="sldNum" idx="12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7ed7eb645d_0_1086"/>
          <p:cNvSpPr txBox="1">
            <a:spLocks noGrp="1"/>
          </p:cNvSpPr>
          <p:nvPr>
            <p:ph type="title" hasCustomPrompt="1"/>
          </p:nvPr>
        </p:nvSpPr>
        <p:spPr>
          <a:xfrm>
            <a:off x="515496" y="1703569"/>
            <a:ext cx="14091599" cy="30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00"/>
              <a:buNone/>
              <a:defRPr sz="19400"/>
            </a:lvl9pPr>
          </a:lstStyle>
          <a:p>
            <a:r>
              <a:t>xx%</a:t>
            </a:r>
          </a:p>
        </p:txBody>
      </p:sp>
      <p:sp>
        <p:nvSpPr>
          <p:cNvPr id="50" name="Google Shape;50;g7ed7eb645d_0_1086"/>
          <p:cNvSpPr txBox="1">
            <a:spLocks noGrp="1"/>
          </p:cNvSpPr>
          <p:nvPr>
            <p:ph type="body" idx="1"/>
          </p:nvPr>
        </p:nvSpPr>
        <p:spPr>
          <a:xfrm>
            <a:off x="515496" y="4854816"/>
            <a:ext cx="14091599" cy="20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t" anchorCtr="0">
            <a:noAutofit/>
          </a:bodyPr>
          <a:lstStyle>
            <a:lvl1pPr marL="457200" lvl="0" indent="-412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marL="914400" lvl="1" indent="-37465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○"/>
              <a:defRPr/>
            </a:lvl2pPr>
            <a:lvl3pPr marL="1371600" lvl="2" indent="-37465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■"/>
              <a:defRPr/>
            </a:lvl3pPr>
            <a:lvl4pPr marL="1828800" lvl="3" indent="-37465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●"/>
              <a:defRPr/>
            </a:lvl4pPr>
            <a:lvl5pPr marL="2286000" lvl="4" indent="-37465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○"/>
              <a:defRPr/>
            </a:lvl5pPr>
            <a:lvl6pPr marL="2743200" lvl="5" indent="-37465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■"/>
              <a:defRPr/>
            </a:lvl6pPr>
            <a:lvl7pPr marL="3200400" lvl="6" indent="-37465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●"/>
              <a:defRPr/>
            </a:lvl7pPr>
            <a:lvl8pPr marL="3657600" lvl="7" indent="-37465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SzPts val="2300"/>
              <a:buChar char="○"/>
              <a:defRPr/>
            </a:lvl8pPr>
            <a:lvl9pPr marL="4114800" lvl="8" indent="-37465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SzPts val="23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7ed7eb645d_0_1086"/>
          <p:cNvSpPr txBox="1">
            <a:spLocks noGrp="1"/>
          </p:cNvSpPr>
          <p:nvPr>
            <p:ph type="sldNum" idx="12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7ed7eb645d_0_1090"/>
          <p:cNvSpPr txBox="1">
            <a:spLocks noGrp="1"/>
          </p:cNvSpPr>
          <p:nvPr>
            <p:ph type="sldNum" idx="12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7ed7eb645d_0_1047"/>
          <p:cNvSpPr txBox="1">
            <a:spLocks noGrp="1"/>
          </p:cNvSpPr>
          <p:nvPr>
            <p:ph type="title"/>
          </p:nvPr>
        </p:nvSpPr>
        <p:spPr>
          <a:xfrm>
            <a:off x="515496" y="685393"/>
            <a:ext cx="14091599" cy="8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7ed7eb645d_0_1047"/>
          <p:cNvSpPr txBox="1">
            <a:spLocks noGrp="1"/>
          </p:cNvSpPr>
          <p:nvPr>
            <p:ph type="body" idx="1"/>
          </p:nvPr>
        </p:nvSpPr>
        <p:spPr>
          <a:xfrm>
            <a:off x="515496" y="1774954"/>
            <a:ext cx="14091599" cy="52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t" anchorCtr="0">
            <a:noAutofit/>
          </a:bodyPr>
          <a:lstStyle>
            <a:lvl1pPr marL="457200" marR="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Arial"/>
              <a:buChar char="●"/>
              <a:defRPr sz="2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4650" algn="l" rtl="0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○"/>
              <a:defRPr sz="2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74650" algn="l" rtl="0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■"/>
              <a:defRPr sz="2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74650" algn="l" rtl="0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●"/>
              <a:defRPr sz="2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74650" algn="l" rtl="0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○"/>
              <a:defRPr sz="2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74650" algn="l" rtl="0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■"/>
              <a:defRPr sz="2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74650" algn="l" rtl="0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●"/>
              <a:defRPr sz="2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74650" algn="l" rtl="0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○"/>
              <a:defRPr sz="2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74650" algn="l" rtl="0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Clr>
                <a:schemeClr val="dk2"/>
              </a:buClr>
              <a:buSzPts val="2300"/>
              <a:buFont typeface="Arial"/>
              <a:buChar char="■"/>
              <a:defRPr sz="2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7ed7eb645d_0_1047"/>
          <p:cNvSpPr txBox="1">
            <a:spLocks noGrp="1"/>
          </p:cNvSpPr>
          <p:nvPr>
            <p:ph type="sldNum" idx="12"/>
          </p:nvPr>
        </p:nvSpPr>
        <p:spPr>
          <a:xfrm>
            <a:off x="14011916" y="7181930"/>
            <a:ext cx="9075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22F4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g7ed7eb645d_0_548"/>
          <p:cNvPicPr preferRelativeResize="0"/>
          <p:nvPr/>
        </p:nvPicPr>
        <p:blipFill rotWithShape="1">
          <a:blip r:embed="rId3">
            <a:alphaModFix amt="50000"/>
          </a:blip>
          <a:srcRect l="18" t="12445" r="9864" b="6948"/>
          <a:stretch/>
        </p:blipFill>
        <p:spPr>
          <a:xfrm>
            <a:off x="5728928" y="-3884"/>
            <a:ext cx="9393597" cy="792162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7ed7eb645d_0_548"/>
          <p:cNvSpPr txBox="1"/>
          <p:nvPr/>
        </p:nvSpPr>
        <p:spPr>
          <a:xfrm>
            <a:off x="1131995" y="3307387"/>
            <a:ext cx="11401892" cy="13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s-MX" sz="65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Cálculos Lindley</a:t>
            </a:r>
            <a:endParaRPr sz="65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g7ed7eb645d_0_548"/>
          <p:cNvSpPr txBox="1"/>
          <p:nvPr/>
        </p:nvSpPr>
        <p:spPr>
          <a:xfrm>
            <a:off x="1109172" y="4680169"/>
            <a:ext cx="64851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Edwar Alfonso Viancha Avila</a:t>
            </a:r>
            <a:br>
              <a:rPr lang="es-MX" sz="3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s-MX" sz="3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MX" sz="3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 presentación se encuentra en el mismo </a:t>
            </a:r>
            <a:r>
              <a:rPr lang="es-MX" sz="3200" b="0" i="0" u="none" strike="noStrike" cap="none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NoteBook</a:t>
            </a:r>
            <a:endParaRPr sz="3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1" name="Google Shape;71;g7ed7eb645d_0_548"/>
          <p:cNvCxnSpPr/>
          <p:nvPr/>
        </p:nvCxnSpPr>
        <p:spPr>
          <a:xfrm>
            <a:off x="5655525" y="4722365"/>
            <a:ext cx="1906200" cy="0"/>
          </a:xfrm>
          <a:prstGeom prst="straightConnector1">
            <a:avLst/>
          </a:prstGeom>
          <a:noFill/>
          <a:ln w="28575" cap="flat" cmpd="sng">
            <a:solidFill>
              <a:srgbClr val="4B22F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" name="Google Shape;72;g7ed7eb645d_0_548"/>
          <p:cNvSpPr txBox="1"/>
          <p:nvPr/>
        </p:nvSpPr>
        <p:spPr>
          <a:xfrm>
            <a:off x="1138748" y="2599684"/>
            <a:ext cx="9482359" cy="7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725" tIns="147725" rIns="147725" bIns="147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s-MX" sz="2900" b="0" i="0" u="none" strike="noStrike" cap="none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Módulo: Procesamiento de datos con Python</a:t>
            </a:r>
            <a:endParaRPr sz="290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73" name="Google Shape;73;g7ed7eb645d_0_5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607160" y="4925971"/>
            <a:ext cx="182144" cy="25532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g7ed7eb645d_0_548"/>
          <p:cNvCxnSpPr/>
          <p:nvPr/>
        </p:nvCxnSpPr>
        <p:spPr>
          <a:xfrm>
            <a:off x="1298678" y="4648152"/>
            <a:ext cx="2896804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5" name="Google Shape;75;g7ed7eb645d_0_5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240000" y="6300000"/>
            <a:ext cx="2520001" cy="13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Personalizado</PresentationFormat>
  <Paragraphs>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Montserrat SemiBold</vt:lpstr>
      <vt:lpstr>Montserrat</vt:lpstr>
      <vt:lpstr>Arial</vt:lpstr>
      <vt:lpstr>Calibri</vt:lpstr>
      <vt:lpstr>Simple Light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CONTENIDOS-41</dc:creator>
  <cp:lastModifiedBy>Edwar Alfonso Viancha Avilla</cp:lastModifiedBy>
  <cp:revision>2</cp:revision>
  <dcterms:created xsi:type="dcterms:W3CDTF">2019-06-04T15:49:37Z</dcterms:created>
  <dcterms:modified xsi:type="dcterms:W3CDTF">2022-02-11T13:05:04Z</dcterms:modified>
</cp:coreProperties>
</file>