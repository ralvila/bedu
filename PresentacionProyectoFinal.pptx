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7921625" cx="15122525"/>
  <p:notesSz cx="6858000" cy="9144000"/>
  <p:embeddedFontLst>
    <p:embeddedFont>
      <p:font typeface="Montserrat SemiBold"/>
      <p:regular r:id="rId27"/>
      <p:bold r:id="rId28"/>
      <p:italic r:id="rId29"/>
      <p:boldItalic r:id="rId30"/>
    </p:embeddedFont>
    <p:embeddedFont>
      <p:font typeface="Montserrat"/>
      <p:regular r:id="rId31"/>
      <p:bold r:id="rId32"/>
      <p:italic r:id="rId33"/>
      <p:boldItalic r:id="rId34"/>
    </p:embeddedFont>
    <p:embeddedFont>
      <p:font typeface="Montserrat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72">
          <p15:clr>
            <a:srgbClr val="000000"/>
          </p15:clr>
        </p15:guide>
        <p15:guide id="2" pos="4763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39" roundtripDataSignature="AMtx7miqahxKyyA9P4sTN13lqNjN90CS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72" orient="horz"/>
        <p:guide pos="476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regular.fntdata"/><Relationship Id="rId30" Type="http://schemas.openxmlformats.org/officeDocument/2006/relationships/font" Target="fonts/MontserratSemiBold-boldItalic.fntdata"/><Relationship Id="rId33" Type="http://schemas.openxmlformats.org/officeDocument/2006/relationships/font" Target="fonts/Montserrat-italic.fntdata"/><Relationship Id="rId32" Type="http://schemas.openxmlformats.org/officeDocument/2006/relationships/font" Target="fonts/Montserrat-bold.fntdata"/><Relationship Id="rId35" Type="http://schemas.openxmlformats.org/officeDocument/2006/relationships/font" Target="fonts/MontserratMedium-regular.fntdata"/><Relationship Id="rId34" Type="http://schemas.openxmlformats.org/officeDocument/2006/relationships/font" Target="fonts/Montserrat-boldItalic.fntdata"/><Relationship Id="rId37" Type="http://schemas.openxmlformats.org/officeDocument/2006/relationships/font" Target="fonts/MontserratMedium-italic.fntdata"/><Relationship Id="rId36" Type="http://schemas.openxmlformats.org/officeDocument/2006/relationships/font" Target="fonts/MontserratMedium-bold.fntdata"/><Relationship Id="rId39" Type="http://customschemas.google.com/relationships/presentationmetadata" Target="metadata"/><Relationship Id="rId38" Type="http://schemas.openxmlformats.org/officeDocument/2006/relationships/font" Target="fonts/MontserratMedium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SemiBold-bold.fntdata"/><Relationship Id="rId27" Type="http://schemas.openxmlformats.org/officeDocument/2006/relationships/font" Target="fonts/MontserratSemiBold-regular.fntdata"/><Relationship Id="rId29" Type="http://schemas.openxmlformats.org/officeDocument/2006/relationships/font" Target="fonts/MontserratSemiBol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7163" y="685800"/>
            <a:ext cx="65436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80ed0b2170_2_0:notes"/>
          <p:cNvSpPr/>
          <p:nvPr>
            <p:ph idx="2" type="sldImg"/>
          </p:nvPr>
        </p:nvSpPr>
        <p:spPr>
          <a:xfrm>
            <a:off x="155575" y="685800"/>
            <a:ext cx="6546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80ed0b217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7ed7eb645d_0_548:notes"/>
          <p:cNvSpPr/>
          <p:nvPr>
            <p:ph idx="2" type="sldImg"/>
          </p:nvPr>
        </p:nvSpPr>
        <p:spPr>
          <a:xfrm>
            <a:off x="155575" y="685800"/>
            <a:ext cx="65468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7ed7eb645d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/>
          <p:nvPr>
            <p:ph idx="2" type="sldImg"/>
          </p:nvPr>
        </p:nvSpPr>
        <p:spPr>
          <a:xfrm>
            <a:off x="155575" y="685800"/>
            <a:ext cx="65468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8148f40e0d_1_0:notes"/>
          <p:cNvSpPr/>
          <p:nvPr>
            <p:ph idx="2" type="sldImg"/>
          </p:nvPr>
        </p:nvSpPr>
        <p:spPr>
          <a:xfrm>
            <a:off x="155575" y="685800"/>
            <a:ext cx="6546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8148f40e0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ed7eb645d_0_749:notes"/>
          <p:cNvSpPr/>
          <p:nvPr>
            <p:ph idx="2" type="sldImg"/>
          </p:nvPr>
        </p:nvSpPr>
        <p:spPr>
          <a:xfrm>
            <a:off x="155575" y="685800"/>
            <a:ext cx="65468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7ed7eb645d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Frase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7ed7eb645d_0_566:notes"/>
          <p:cNvSpPr/>
          <p:nvPr>
            <p:ph idx="2" type="sldImg"/>
          </p:nvPr>
        </p:nvSpPr>
        <p:spPr>
          <a:xfrm>
            <a:off x="155575" y="685800"/>
            <a:ext cx="65468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7ed7eb645d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>
                <a:solidFill>
                  <a:schemeClr val="dk1"/>
                </a:solidFill>
              </a:rPr>
              <a:t>Bullet points</a:t>
            </a:r>
            <a:br>
              <a:rPr b="1" lang="es-MX">
                <a:solidFill>
                  <a:schemeClr val="dk1"/>
                </a:solidFill>
              </a:rPr>
            </a:br>
            <a:r>
              <a:rPr b="1" lang="es-MX">
                <a:solidFill>
                  <a:schemeClr val="dk1"/>
                </a:solidFill>
              </a:rPr>
              <a:t>colocar </a:t>
            </a:r>
            <a:r>
              <a:rPr b="1" lang="es-MX"/>
              <a:t>icono</a:t>
            </a:r>
            <a:r>
              <a:rPr b="1" lang="es-MX">
                <a:solidFill>
                  <a:schemeClr val="dk1"/>
                </a:solidFill>
              </a:rPr>
              <a:t> acorde al tema al lado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7ed7eb645d_0_695:notes"/>
          <p:cNvSpPr/>
          <p:nvPr>
            <p:ph idx="2" type="sldImg"/>
          </p:nvPr>
        </p:nvSpPr>
        <p:spPr>
          <a:xfrm>
            <a:off x="155575" y="685800"/>
            <a:ext cx="65468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7ed7eb645d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MX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Separador #1 con ícono</a:t>
            </a:r>
            <a:br>
              <a:rPr b="1" lang="es-MX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-MX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(colocar ícono a la altura de la separación de las líneas)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:notes"/>
          <p:cNvSpPr/>
          <p:nvPr>
            <p:ph idx="2" type="sldImg"/>
          </p:nvPr>
        </p:nvSpPr>
        <p:spPr>
          <a:xfrm>
            <a:off x="155575" y="685800"/>
            <a:ext cx="65468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MX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Separador #2 con fotografía</a:t>
            </a:r>
            <a:br>
              <a:rPr b="1" lang="es-MX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-MX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(colocar imagen a la altura de la separación de las líneas)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7ed7eb645d_0_820:notes"/>
          <p:cNvSpPr/>
          <p:nvPr>
            <p:ph idx="2" type="sldImg"/>
          </p:nvPr>
        </p:nvSpPr>
        <p:spPr>
          <a:xfrm>
            <a:off x="155575" y="685800"/>
            <a:ext cx="65468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7ed7eb645d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7ed7eb645d_0_804:notes"/>
          <p:cNvSpPr/>
          <p:nvPr>
            <p:ph idx="2" type="sldImg"/>
          </p:nvPr>
        </p:nvSpPr>
        <p:spPr>
          <a:xfrm>
            <a:off x="155575" y="685800"/>
            <a:ext cx="65468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7ed7eb645d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7ed7eb645d_0_815:notes"/>
          <p:cNvSpPr/>
          <p:nvPr>
            <p:ph idx="2" type="sldImg"/>
          </p:nvPr>
        </p:nvSpPr>
        <p:spPr>
          <a:xfrm>
            <a:off x="155575" y="685800"/>
            <a:ext cx="65468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7ed7eb645d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Colocar como fondo para que los elementos sobresalgan encima de la imagen.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ed7eb645d_0_758:notes"/>
          <p:cNvSpPr/>
          <p:nvPr>
            <p:ph idx="2" type="sldImg"/>
          </p:nvPr>
        </p:nvSpPr>
        <p:spPr>
          <a:xfrm>
            <a:off x="155575" y="685800"/>
            <a:ext cx="65468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7ed7eb645d_0_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ed7eb645d_0_1093:notes"/>
          <p:cNvSpPr/>
          <p:nvPr>
            <p:ph idx="2" type="sldImg"/>
          </p:nvPr>
        </p:nvSpPr>
        <p:spPr>
          <a:xfrm>
            <a:off x="155575" y="685800"/>
            <a:ext cx="65468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7ed7eb645d_0_1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Mostrar porcentajes de resultados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7ed7eb645d_0_912:notes"/>
          <p:cNvSpPr/>
          <p:nvPr>
            <p:ph idx="2" type="sldImg"/>
          </p:nvPr>
        </p:nvSpPr>
        <p:spPr>
          <a:xfrm>
            <a:off x="155575" y="685800"/>
            <a:ext cx="65468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7ed7eb645d_0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7ed7eb645d_0_932:notes"/>
          <p:cNvSpPr/>
          <p:nvPr>
            <p:ph idx="2" type="sldImg"/>
          </p:nvPr>
        </p:nvSpPr>
        <p:spPr>
          <a:xfrm>
            <a:off x="155575" y="685800"/>
            <a:ext cx="65468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7ed7eb645d_0_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MX"/>
              <a:t>Copia el elemento: CTRL 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Pega en la diapositiva que lo necesites: CTRL V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:notes"/>
          <p:cNvSpPr/>
          <p:nvPr>
            <p:ph idx="2" type="sldImg"/>
          </p:nvPr>
        </p:nvSpPr>
        <p:spPr>
          <a:xfrm>
            <a:off x="155575" y="685800"/>
            <a:ext cx="65468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MX"/>
              <a:t>Copia el elemento: CTRL 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MX"/>
              <a:t>Pega en la diapositiva que lo necesites: CTRL V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:notes"/>
          <p:cNvSpPr/>
          <p:nvPr>
            <p:ph idx="2" type="sldImg"/>
          </p:nvPr>
        </p:nvSpPr>
        <p:spPr>
          <a:xfrm>
            <a:off x="155575" y="685800"/>
            <a:ext cx="65468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CTRL ALT 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CTRL ALT V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:notes"/>
          <p:cNvSpPr/>
          <p:nvPr>
            <p:ph idx="2" type="sldImg"/>
          </p:nvPr>
        </p:nvSpPr>
        <p:spPr>
          <a:xfrm>
            <a:off x="155575" y="685800"/>
            <a:ext cx="65468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Copia el elemento: CTRL 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Pega en la diapositiva que lo necesites: CTRL V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:notes"/>
          <p:cNvSpPr/>
          <p:nvPr>
            <p:ph idx="2" type="sldImg"/>
          </p:nvPr>
        </p:nvSpPr>
        <p:spPr>
          <a:xfrm>
            <a:off x="155575" y="685800"/>
            <a:ext cx="65468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MX"/>
              <a:t>Copia el elemento: CTRL 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MX"/>
              <a:t>Pega en la diapositiva que lo necesites: CTRL V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7ed7eb645d_0_942:notes"/>
          <p:cNvSpPr/>
          <p:nvPr>
            <p:ph idx="2" type="sldImg"/>
          </p:nvPr>
        </p:nvSpPr>
        <p:spPr>
          <a:xfrm>
            <a:off x="155575" y="685800"/>
            <a:ext cx="65468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7ed7eb645d_0_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MX"/>
              <a:t>Copia el elemento: CTRL 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MX"/>
              <a:t>Pega en la diapositiva que lo necesites: CTRL V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7ed7eb645d_0_992:notes"/>
          <p:cNvSpPr/>
          <p:nvPr>
            <p:ph idx="2" type="sldImg"/>
          </p:nvPr>
        </p:nvSpPr>
        <p:spPr>
          <a:xfrm>
            <a:off x="155575" y="685800"/>
            <a:ext cx="65468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7ed7eb645d_0_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MX"/>
              <a:t>Copia el elemento: CTRL 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MX"/>
              <a:t>Pega en la diapositiva que lo necesites: CTRL V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7ed7eb645d_0_1051"/>
          <p:cNvSpPr txBox="1"/>
          <p:nvPr>
            <p:ph type="ctrTitle"/>
          </p:nvPr>
        </p:nvSpPr>
        <p:spPr>
          <a:xfrm>
            <a:off x="515509" y="1146737"/>
            <a:ext cx="14091599" cy="316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47725" lIns="147725" spcFirstLastPara="1" rIns="147725" wrap="square" tIns="147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15" name="Google Shape;15;g7ed7eb645d_0_1051"/>
          <p:cNvSpPr txBox="1"/>
          <p:nvPr>
            <p:ph idx="1" type="subTitle"/>
          </p:nvPr>
        </p:nvSpPr>
        <p:spPr>
          <a:xfrm>
            <a:off x="515496" y="4364902"/>
            <a:ext cx="14091599" cy="12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6" name="Google Shape;16;g7ed7eb645d_0_1051"/>
          <p:cNvSpPr txBox="1"/>
          <p:nvPr>
            <p:ph idx="12" type="sldNum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7ed7eb645d_0_1058"/>
          <p:cNvSpPr txBox="1"/>
          <p:nvPr>
            <p:ph type="title"/>
          </p:nvPr>
        </p:nvSpPr>
        <p:spPr>
          <a:xfrm>
            <a:off x="515496" y="685393"/>
            <a:ext cx="14091599" cy="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9" name="Google Shape;19;g7ed7eb645d_0_1058"/>
          <p:cNvSpPr txBox="1"/>
          <p:nvPr>
            <p:ph idx="1" type="body"/>
          </p:nvPr>
        </p:nvSpPr>
        <p:spPr>
          <a:xfrm>
            <a:off x="515496" y="1774954"/>
            <a:ext cx="14091599" cy="52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>
            <a:lvl1pPr indent="-412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74650" lvl="1" marL="9144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○"/>
              <a:defRPr/>
            </a:lvl2pPr>
            <a:lvl3pPr indent="-374650" lvl="2" marL="13716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■"/>
              <a:defRPr/>
            </a:lvl3pPr>
            <a:lvl4pPr indent="-374650" lvl="3" marL="18288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●"/>
              <a:defRPr/>
            </a:lvl4pPr>
            <a:lvl5pPr indent="-374650" lvl="4" marL="22860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○"/>
              <a:defRPr/>
            </a:lvl5pPr>
            <a:lvl6pPr indent="-374650" lvl="5" marL="27432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■"/>
              <a:defRPr/>
            </a:lvl6pPr>
            <a:lvl7pPr indent="-374650" lvl="6" marL="32004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●"/>
              <a:defRPr/>
            </a:lvl7pPr>
            <a:lvl8pPr indent="-374650" lvl="7" marL="36576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○"/>
              <a:defRPr/>
            </a:lvl8pPr>
            <a:lvl9pPr indent="-374650" lvl="8" marL="4114800" algn="l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SzPts val="2300"/>
              <a:buChar char="■"/>
              <a:defRPr/>
            </a:lvl9pPr>
          </a:lstStyle>
          <a:p/>
        </p:txBody>
      </p:sp>
      <p:sp>
        <p:nvSpPr>
          <p:cNvPr id="20" name="Google Shape;20;g7ed7eb645d_0_1058"/>
          <p:cNvSpPr txBox="1"/>
          <p:nvPr>
            <p:ph idx="12" type="sldNum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7ed7eb645d_0_1055"/>
          <p:cNvSpPr txBox="1"/>
          <p:nvPr>
            <p:ph type="title"/>
          </p:nvPr>
        </p:nvSpPr>
        <p:spPr>
          <a:xfrm>
            <a:off x="515496" y="3312575"/>
            <a:ext cx="14091599" cy="12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9pPr>
          </a:lstStyle>
          <a:p/>
        </p:txBody>
      </p:sp>
      <p:sp>
        <p:nvSpPr>
          <p:cNvPr id="23" name="Google Shape;23;g7ed7eb645d_0_1055"/>
          <p:cNvSpPr txBox="1"/>
          <p:nvPr>
            <p:ph idx="12" type="sldNum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7ed7eb645d_0_1062"/>
          <p:cNvSpPr txBox="1"/>
          <p:nvPr>
            <p:ph type="title"/>
          </p:nvPr>
        </p:nvSpPr>
        <p:spPr>
          <a:xfrm>
            <a:off x="515496" y="685393"/>
            <a:ext cx="14091599" cy="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26" name="Google Shape;26;g7ed7eb645d_0_1062"/>
          <p:cNvSpPr txBox="1"/>
          <p:nvPr>
            <p:ph idx="1" type="body"/>
          </p:nvPr>
        </p:nvSpPr>
        <p:spPr>
          <a:xfrm>
            <a:off x="515496" y="1774954"/>
            <a:ext cx="6615000" cy="52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indent="-349250" lvl="1" marL="9144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 algn="l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27" name="Google Shape;27;g7ed7eb645d_0_1062"/>
          <p:cNvSpPr txBox="1"/>
          <p:nvPr>
            <p:ph idx="2" type="body"/>
          </p:nvPr>
        </p:nvSpPr>
        <p:spPr>
          <a:xfrm>
            <a:off x="7991917" y="1774954"/>
            <a:ext cx="6615000" cy="52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indent="-349250" lvl="1" marL="9144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 algn="l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28" name="Google Shape;28;g7ed7eb645d_0_1062"/>
          <p:cNvSpPr txBox="1"/>
          <p:nvPr>
            <p:ph idx="12" type="sldNum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7ed7eb645d_0_1067"/>
          <p:cNvSpPr txBox="1"/>
          <p:nvPr>
            <p:ph type="title"/>
          </p:nvPr>
        </p:nvSpPr>
        <p:spPr>
          <a:xfrm>
            <a:off x="515496" y="685393"/>
            <a:ext cx="14091599" cy="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31" name="Google Shape;31;g7ed7eb645d_0_1067"/>
          <p:cNvSpPr txBox="1"/>
          <p:nvPr>
            <p:ph idx="12" type="sldNum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7ed7eb645d_0_1070"/>
          <p:cNvSpPr txBox="1"/>
          <p:nvPr>
            <p:ph type="title"/>
          </p:nvPr>
        </p:nvSpPr>
        <p:spPr>
          <a:xfrm>
            <a:off x="515496" y="855693"/>
            <a:ext cx="4644000" cy="1164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7725" lIns="147725" spcFirstLastPara="1" rIns="147725" wrap="square" tIns="147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34" name="Google Shape;34;g7ed7eb645d_0_1070"/>
          <p:cNvSpPr txBox="1"/>
          <p:nvPr>
            <p:ph idx="1" type="body"/>
          </p:nvPr>
        </p:nvSpPr>
        <p:spPr>
          <a:xfrm>
            <a:off x="515496" y="2140156"/>
            <a:ext cx="4644000" cy="48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 algn="l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35" name="Google Shape;35;g7ed7eb645d_0_1070"/>
          <p:cNvSpPr txBox="1"/>
          <p:nvPr>
            <p:ph idx="12" type="sldNum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7ed7eb645d_0_1074"/>
          <p:cNvSpPr txBox="1"/>
          <p:nvPr>
            <p:ph type="title"/>
          </p:nvPr>
        </p:nvSpPr>
        <p:spPr>
          <a:xfrm>
            <a:off x="810785" y="693287"/>
            <a:ext cx="10531200" cy="6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800"/>
              <a:buNone/>
              <a:defRPr sz="7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800"/>
              <a:buNone/>
              <a:defRPr sz="7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800"/>
              <a:buNone/>
              <a:defRPr sz="7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800"/>
              <a:buNone/>
              <a:defRPr sz="7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800"/>
              <a:buNone/>
              <a:defRPr sz="7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800"/>
              <a:buNone/>
              <a:defRPr sz="7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800"/>
              <a:buNone/>
              <a:defRPr sz="7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800"/>
              <a:buNone/>
              <a:defRPr sz="7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800"/>
              <a:buNone/>
              <a:defRPr sz="7800"/>
            </a:lvl9pPr>
          </a:lstStyle>
          <a:p/>
        </p:txBody>
      </p:sp>
      <p:sp>
        <p:nvSpPr>
          <p:cNvPr id="38" name="Google Shape;38;g7ed7eb645d_0_1074"/>
          <p:cNvSpPr txBox="1"/>
          <p:nvPr>
            <p:ph idx="12" type="sldNum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7ed7eb645d_0_1077"/>
          <p:cNvSpPr/>
          <p:nvPr/>
        </p:nvSpPr>
        <p:spPr>
          <a:xfrm>
            <a:off x="7561263" y="-193"/>
            <a:ext cx="7561200" cy="7921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7ed7eb645d_0_1077"/>
          <p:cNvSpPr txBox="1"/>
          <p:nvPr>
            <p:ph type="title"/>
          </p:nvPr>
        </p:nvSpPr>
        <p:spPr>
          <a:xfrm>
            <a:off x="439089" y="1899242"/>
            <a:ext cx="6690000" cy="22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7725" lIns="147725" spcFirstLastPara="1" rIns="147725" wrap="square" tIns="147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/>
        </p:txBody>
      </p:sp>
      <p:sp>
        <p:nvSpPr>
          <p:cNvPr id="42" name="Google Shape;42;g7ed7eb645d_0_1077"/>
          <p:cNvSpPr txBox="1"/>
          <p:nvPr>
            <p:ph idx="1" type="subTitle"/>
          </p:nvPr>
        </p:nvSpPr>
        <p:spPr>
          <a:xfrm>
            <a:off x="439089" y="4317082"/>
            <a:ext cx="6690000" cy="19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43" name="Google Shape;43;g7ed7eb645d_0_1077"/>
          <p:cNvSpPr txBox="1"/>
          <p:nvPr>
            <p:ph idx="2" type="body"/>
          </p:nvPr>
        </p:nvSpPr>
        <p:spPr>
          <a:xfrm>
            <a:off x="8169041" y="1115165"/>
            <a:ext cx="6345600" cy="56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>
            <a:lvl1pPr indent="-412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74650" lvl="1" marL="9144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○"/>
              <a:defRPr/>
            </a:lvl2pPr>
            <a:lvl3pPr indent="-374650" lvl="2" marL="13716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■"/>
              <a:defRPr/>
            </a:lvl3pPr>
            <a:lvl4pPr indent="-374650" lvl="3" marL="18288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●"/>
              <a:defRPr/>
            </a:lvl4pPr>
            <a:lvl5pPr indent="-374650" lvl="4" marL="22860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○"/>
              <a:defRPr/>
            </a:lvl5pPr>
            <a:lvl6pPr indent="-374650" lvl="5" marL="27432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■"/>
              <a:defRPr/>
            </a:lvl6pPr>
            <a:lvl7pPr indent="-374650" lvl="6" marL="32004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●"/>
              <a:defRPr/>
            </a:lvl7pPr>
            <a:lvl8pPr indent="-374650" lvl="7" marL="36576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○"/>
              <a:defRPr/>
            </a:lvl8pPr>
            <a:lvl9pPr indent="-374650" lvl="8" marL="4114800" algn="l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SzPts val="2300"/>
              <a:buChar char="■"/>
              <a:defRPr/>
            </a:lvl9pPr>
          </a:lstStyle>
          <a:p/>
        </p:txBody>
      </p:sp>
      <p:sp>
        <p:nvSpPr>
          <p:cNvPr id="44" name="Google Shape;44;g7ed7eb645d_0_1077"/>
          <p:cNvSpPr txBox="1"/>
          <p:nvPr>
            <p:ph idx="12" type="sldNum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7ed7eb645d_0_1083"/>
          <p:cNvSpPr txBox="1"/>
          <p:nvPr>
            <p:ph idx="1" type="body"/>
          </p:nvPr>
        </p:nvSpPr>
        <p:spPr>
          <a:xfrm>
            <a:off x="515496" y="6515608"/>
            <a:ext cx="9921000" cy="9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</a:lstStyle>
          <a:p/>
        </p:txBody>
      </p:sp>
      <p:sp>
        <p:nvSpPr>
          <p:cNvPr id="47" name="Google Shape;47;g7ed7eb645d_0_1083"/>
          <p:cNvSpPr txBox="1"/>
          <p:nvPr>
            <p:ph idx="12" type="sldNum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7ed7eb645d_0_1086"/>
          <p:cNvSpPr txBox="1"/>
          <p:nvPr>
            <p:ph hasCustomPrompt="1" type="title"/>
          </p:nvPr>
        </p:nvSpPr>
        <p:spPr>
          <a:xfrm>
            <a:off x="515496" y="1703569"/>
            <a:ext cx="14091599" cy="30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7725" lIns="147725" spcFirstLastPara="1" rIns="147725" wrap="square" tIns="147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00"/>
              <a:buNone/>
              <a:defRPr sz="19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00"/>
              <a:buNone/>
              <a:defRPr sz="19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00"/>
              <a:buNone/>
              <a:defRPr sz="19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00"/>
              <a:buNone/>
              <a:defRPr sz="19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00"/>
              <a:buNone/>
              <a:defRPr sz="19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00"/>
              <a:buNone/>
              <a:defRPr sz="19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00"/>
              <a:buNone/>
              <a:defRPr sz="19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00"/>
              <a:buNone/>
              <a:defRPr sz="19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00"/>
              <a:buNone/>
              <a:defRPr sz="19400"/>
            </a:lvl9pPr>
          </a:lstStyle>
          <a:p>
            <a:r>
              <a:t>xx%</a:t>
            </a:r>
          </a:p>
        </p:txBody>
      </p:sp>
      <p:sp>
        <p:nvSpPr>
          <p:cNvPr id="50" name="Google Shape;50;g7ed7eb645d_0_1086"/>
          <p:cNvSpPr txBox="1"/>
          <p:nvPr>
            <p:ph idx="1" type="body"/>
          </p:nvPr>
        </p:nvSpPr>
        <p:spPr>
          <a:xfrm>
            <a:off x="515496" y="4854816"/>
            <a:ext cx="14091599" cy="20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>
            <a:lvl1pPr indent="-412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74650" lvl="1" marL="91440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○"/>
              <a:defRPr/>
            </a:lvl2pPr>
            <a:lvl3pPr indent="-374650" lvl="2" marL="137160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■"/>
              <a:defRPr/>
            </a:lvl3pPr>
            <a:lvl4pPr indent="-374650" lvl="3" marL="182880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●"/>
              <a:defRPr/>
            </a:lvl4pPr>
            <a:lvl5pPr indent="-374650" lvl="4" marL="228600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○"/>
              <a:defRPr/>
            </a:lvl5pPr>
            <a:lvl6pPr indent="-374650" lvl="5" marL="274320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■"/>
              <a:defRPr/>
            </a:lvl6pPr>
            <a:lvl7pPr indent="-374650" lvl="6" marL="320040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●"/>
              <a:defRPr/>
            </a:lvl7pPr>
            <a:lvl8pPr indent="-374650" lvl="7" marL="365760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○"/>
              <a:defRPr/>
            </a:lvl8pPr>
            <a:lvl9pPr indent="-374650" lvl="8" marL="411480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SzPts val="2300"/>
              <a:buChar char="■"/>
              <a:defRPr/>
            </a:lvl9pPr>
          </a:lstStyle>
          <a:p/>
        </p:txBody>
      </p:sp>
      <p:sp>
        <p:nvSpPr>
          <p:cNvPr id="51" name="Google Shape;51;g7ed7eb645d_0_1086"/>
          <p:cNvSpPr txBox="1"/>
          <p:nvPr>
            <p:ph idx="12" type="sldNum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7ed7eb645d_0_1090"/>
          <p:cNvSpPr txBox="1"/>
          <p:nvPr>
            <p:ph idx="12" type="sldNum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7ed7eb645d_0_1047"/>
          <p:cNvSpPr txBox="1"/>
          <p:nvPr>
            <p:ph type="title"/>
          </p:nvPr>
        </p:nvSpPr>
        <p:spPr>
          <a:xfrm>
            <a:off x="515496" y="685393"/>
            <a:ext cx="14091599" cy="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7ed7eb645d_0_1047"/>
          <p:cNvSpPr txBox="1"/>
          <p:nvPr>
            <p:ph idx="1" type="body"/>
          </p:nvPr>
        </p:nvSpPr>
        <p:spPr>
          <a:xfrm>
            <a:off x="515496" y="1774954"/>
            <a:ext cx="14091599" cy="52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>
            <a:lvl1pPr indent="-412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Arial"/>
              <a:buChar char="●"/>
              <a:defRPr b="0" i="0" sz="2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4650" lvl="1" marL="914400" marR="0" rtl="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○"/>
              <a:defRPr b="0" i="0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■"/>
              <a:defRPr b="0" i="0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74650" lvl="3" marL="1828800" marR="0" rtl="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●"/>
              <a:defRPr b="0" i="0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74650" lvl="4" marL="2286000" marR="0" rtl="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○"/>
              <a:defRPr b="0" i="0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74650" lvl="5" marL="2743200" marR="0" rtl="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■"/>
              <a:defRPr b="0" i="0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74650" lvl="6" marL="3200400" marR="0" rtl="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●"/>
              <a:defRPr b="0" i="0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74650" lvl="7" marL="3657600" marR="0" rtl="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○"/>
              <a:defRPr b="0" i="0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74650" lvl="8" marL="4114800" marR="0" rtl="0" algn="l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Clr>
                <a:schemeClr val="dk2"/>
              </a:buClr>
              <a:buSzPts val="2300"/>
              <a:buFont typeface="Arial"/>
              <a:buChar char="■"/>
              <a:defRPr b="0" i="0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7ed7eb645d_0_1047"/>
          <p:cNvSpPr txBox="1"/>
          <p:nvPr>
            <p:ph idx="12" type="sldNum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9" Type="http://schemas.openxmlformats.org/officeDocument/2006/relationships/image" Target="../media/image7.png"/><Relationship Id="rId5" Type="http://schemas.openxmlformats.org/officeDocument/2006/relationships/image" Target="../media/image33.png"/><Relationship Id="rId6" Type="http://schemas.openxmlformats.org/officeDocument/2006/relationships/image" Target="../media/image20.png"/><Relationship Id="rId7" Type="http://schemas.openxmlformats.org/officeDocument/2006/relationships/image" Target="../media/image27.png"/><Relationship Id="rId8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31.png"/><Relationship Id="rId5" Type="http://schemas.openxmlformats.org/officeDocument/2006/relationships/image" Target="../media/image26.png"/><Relationship Id="rId6" Type="http://schemas.openxmlformats.org/officeDocument/2006/relationships/image" Target="../media/image36.png"/><Relationship Id="rId7" Type="http://schemas.openxmlformats.org/officeDocument/2006/relationships/image" Target="../media/image8.png"/><Relationship Id="rId8" Type="http://schemas.openxmlformats.org/officeDocument/2006/relationships/image" Target="../media/image4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Relationship Id="rId4" Type="http://schemas.openxmlformats.org/officeDocument/2006/relationships/image" Target="../media/image24.png"/><Relationship Id="rId9" Type="http://schemas.openxmlformats.org/officeDocument/2006/relationships/image" Target="../media/image3.png"/><Relationship Id="rId5" Type="http://schemas.openxmlformats.org/officeDocument/2006/relationships/image" Target="../media/image25.png"/><Relationship Id="rId6" Type="http://schemas.openxmlformats.org/officeDocument/2006/relationships/image" Target="../media/image34.png"/><Relationship Id="rId7" Type="http://schemas.openxmlformats.org/officeDocument/2006/relationships/image" Target="../media/image8.png"/><Relationship Id="rId8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40" Type="http://schemas.openxmlformats.org/officeDocument/2006/relationships/image" Target="../media/image60.png"/><Relationship Id="rId42" Type="http://schemas.openxmlformats.org/officeDocument/2006/relationships/image" Target="../media/image76.png"/><Relationship Id="rId41" Type="http://schemas.openxmlformats.org/officeDocument/2006/relationships/image" Target="../media/image73.png"/><Relationship Id="rId44" Type="http://schemas.openxmlformats.org/officeDocument/2006/relationships/image" Target="../media/image63.png"/><Relationship Id="rId43" Type="http://schemas.openxmlformats.org/officeDocument/2006/relationships/image" Target="../media/image81.png"/><Relationship Id="rId46" Type="http://schemas.openxmlformats.org/officeDocument/2006/relationships/image" Target="../media/image83.png"/><Relationship Id="rId45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Relationship Id="rId4" Type="http://schemas.openxmlformats.org/officeDocument/2006/relationships/image" Target="../media/image39.png"/><Relationship Id="rId9" Type="http://schemas.openxmlformats.org/officeDocument/2006/relationships/image" Target="../media/image49.png"/><Relationship Id="rId48" Type="http://schemas.openxmlformats.org/officeDocument/2006/relationships/image" Target="../media/image87.png"/><Relationship Id="rId47" Type="http://schemas.openxmlformats.org/officeDocument/2006/relationships/image" Target="../media/image77.png"/><Relationship Id="rId49" Type="http://schemas.openxmlformats.org/officeDocument/2006/relationships/image" Target="../media/image8.png"/><Relationship Id="rId5" Type="http://schemas.openxmlformats.org/officeDocument/2006/relationships/image" Target="../media/image38.png"/><Relationship Id="rId6" Type="http://schemas.openxmlformats.org/officeDocument/2006/relationships/image" Target="../media/image43.png"/><Relationship Id="rId7" Type="http://schemas.openxmlformats.org/officeDocument/2006/relationships/image" Target="../media/image29.png"/><Relationship Id="rId8" Type="http://schemas.openxmlformats.org/officeDocument/2006/relationships/image" Target="../media/image42.png"/><Relationship Id="rId31" Type="http://schemas.openxmlformats.org/officeDocument/2006/relationships/image" Target="../media/image18.png"/><Relationship Id="rId30" Type="http://schemas.openxmlformats.org/officeDocument/2006/relationships/image" Target="../media/image72.png"/><Relationship Id="rId33" Type="http://schemas.openxmlformats.org/officeDocument/2006/relationships/image" Target="../media/image70.png"/><Relationship Id="rId32" Type="http://schemas.openxmlformats.org/officeDocument/2006/relationships/image" Target="../media/image66.png"/><Relationship Id="rId35" Type="http://schemas.openxmlformats.org/officeDocument/2006/relationships/image" Target="../media/image64.png"/><Relationship Id="rId34" Type="http://schemas.openxmlformats.org/officeDocument/2006/relationships/image" Target="../media/image61.png"/><Relationship Id="rId37" Type="http://schemas.openxmlformats.org/officeDocument/2006/relationships/image" Target="../media/image78.png"/><Relationship Id="rId36" Type="http://schemas.openxmlformats.org/officeDocument/2006/relationships/image" Target="../media/image67.png"/><Relationship Id="rId39" Type="http://schemas.openxmlformats.org/officeDocument/2006/relationships/image" Target="../media/image62.png"/><Relationship Id="rId38" Type="http://schemas.openxmlformats.org/officeDocument/2006/relationships/image" Target="../media/image79.png"/><Relationship Id="rId20" Type="http://schemas.openxmlformats.org/officeDocument/2006/relationships/image" Target="../media/image56.png"/><Relationship Id="rId22" Type="http://schemas.openxmlformats.org/officeDocument/2006/relationships/image" Target="../media/image58.png"/><Relationship Id="rId21" Type="http://schemas.openxmlformats.org/officeDocument/2006/relationships/image" Target="../media/image53.png"/><Relationship Id="rId24" Type="http://schemas.openxmlformats.org/officeDocument/2006/relationships/image" Target="../media/image68.png"/><Relationship Id="rId23" Type="http://schemas.openxmlformats.org/officeDocument/2006/relationships/image" Target="../media/image47.png"/><Relationship Id="rId26" Type="http://schemas.openxmlformats.org/officeDocument/2006/relationships/image" Target="../media/image59.png"/><Relationship Id="rId25" Type="http://schemas.openxmlformats.org/officeDocument/2006/relationships/image" Target="../media/image57.png"/><Relationship Id="rId28" Type="http://schemas.openxmlformats.org/officeDocument/2006/relationships/image" Target="../media/image55.png"/><Relationship Id="rId27" Type="http://schemas.openxmlformats.org/officeDocument/2006/relationships/image" Target="../media/image65.png"/><Relationship Id="rId29" Type="http://schemas.openxmlformats.org/officeDocument/2006/relationships/image" Target="../media/image54.png"/><Relationship Id="rId11" Type="http://schemas.openxmlformats.org/officeDocument/2006/relationships/image" Target="../media/image9.png"/><Relationship Id="rId10" Type="http://schemas.openxmlformats.org/officeDocument/2006/relationships/image" Target="../media/image37.png"/><Relationship Id="rId13" Type="http://schemas.openxmlformats.org/officeDocument/2006/relationships/image" Target="../media/image40.png"/><Relationship Id="rId12" Type="http://schemas.openxmlformats.org/officeDocument/2006/relationships/image" Target="../media/image51.png"/><Relationship Id="rId15" Type="http://schemas.openxmlformats.org/officeDocument/2006/relationships/image" Target="../media/image48.png"/><Relationship Id="rId14" Type="http://schemas.openxmlformats.org/officeDocument/2006/relationships/image" Target="../media/image44.png"/><Relationship Id="rId17" Type="http://schemas.openxmlformats.org/officeDocument/2006/relationships/image" Target="../media/image52.png"/><Relationship Id="rId16" Type="http://schemas.openxmlformats.org/officeDocument/2006/relationships/image" Target="../media/image50.png"/><Relationship Id="rId19" Type="http://schemas.openxmlformats.org/officeDocument/2006/relationships/image" Target="../media/image45.png"/><Relationship Id="rId18" Type="http://schemas.openxmlformats.org/officeDocument/2006/relationships/image" Target="../media/image46.png"/></Relationships>
</file>

<file path=ppt/slides/_rels/slide21.xml.rels><?xml version="1.0" encoding="UTF-8" standalone="yes"?><Relationships xmlns="http://schemas.openxmlformats.org/package/2006/relationships"><Relationship Id="rId40" Type="http://schemas.openxmlformats.org/officeDocument/2006/relationships/image" Target="../media/image113.png"/><Relationship Id="rId42" Type="http://schemas.openxmlformats.org/officeDocument/2006/relationships/image" Target="../media/image116.png"/><Relationship Id="rId41" Type="http://schemas.openxmlformats.org/officeDocument/2006/relationships/image" Target="../media/image120.png"/><Relationship Id="rId44" Type="http://schemas.openxmlformats.org/officeDocument/2006/relationships/image" Target="../media/image107.png"/><Relationship Id="rId43" Type="http://schemas.openxmlformats.org/officeDocument/2006/relationships/image" Target="../media/image124.png"/><Relationship Id="rId46" Type="http://schemas.openxmlformats.org/officeDocument/2006/relationships/image" Target="../media/image109.png"/><Relationship Id="rId45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9.png"/><Relationship Id="rId4" Type="http://schemas.openxmlformats.org/officeDocument/2006/relationships/image" Target="../media/image80.png"/><Relationship Id="rId9" Type="http://schemas.openxmlformats.org/officeDocument/2006/relationships/image" Target="../media/image84.png"/><Relationship Id="rId48" Type="http://schemas.openxmlformats.org/officeDocument/2006/relationships/image" Target="../media/image128.png"/><Relationship Id="rId47" Type="http://schemas.openxmlformats.org/officeDocument/2006/relationships/image" Target="../media/image118.png"/><Relationship Id="rId49" Type="http://schemas.openxmlformats.org/officeDocument/2006/relationships/image" Target="../media/image121.png"/><Relationship Id="rId5" Type="http://schemas.openxmlformats.org/officeDocument/2006/relationships/image" Target="../media/image89.png"/><Relationship Id="rId6" Type="http://schemas.openxmlformats.org/officeDocument/2006/relationships/image" Target="../media/image75.png"/><Relationship Id="rId7" Type="http://schemas.openxmlformats.org/officeDocument/2006/relationships/image" Target="../media/image71.png"/><Relationship Id="rId8" Type="http://schemas.openxmlformats.org/officeDocument/2006/relationships/image" Target="../media/image91.png"/><Relationship Id="rId31" Type="http://schemas.openxmlformats.org/officeDocument/2006/relationships/image" Target="../media/image104.png"/><Relationship Id="rId30" Type="http://schemas.openxmlformats.org/officeDocument/2006/relationships/image" Target="../media/image117.png"/><Relationship Id="rId33" Type="http://schemas.openxmlformats.org/officeDocument/2006/relationships/image" Target="../media/image112.png"/><Relationship Id="rId32" Type="http://schemas.openxmlformats.org/officeDocument/2006/relationships/image" Target="../media/image115.png"/><Relationship Id="rId35" Type="http://schemas.openxmlformats.org/officeDocument/2006/relationships/image" Target="../media/image110.png"/><Relationship Id="rId34" Type="http://schemas.openxmlformats.org/officeDocument/2006/relationships/image" Target="../media/image114.png"/><Relationship Id="rId37" Type="http://schemas.openxmlformats.org/officeDocument/2006/relationships/image" Target="../media/image106.png"/><Relationship Id="rId36" Type="http://schemas.openxmlformats.org/officeDocument/2006/relationships/image" Target="../media/image122.png"/><Relationship Id="rId39" Type="http://schemas.openxmlformats.org/officeDocument/2006/relationships/image" Target="../media/image108.png"/><Relationship Id="rId38" Type="http://schemas.openxmlformats.org/officeDocument/2006/relationships/image" Target="../media/image12.png"/><Relationship Id="rId20" Type="http://schemas.openxmlformats.org/officeDocument/2006/relationships/image" Target="../media/image11.png"/><Relationship Id="rId22" Type="http://schemas.openxmlformats.org/officeDocument/2006/relationships/image" Target="../media/image102.png"/><Relationship Id="rId21" Type="http://schemas.openxmlformats.org/officeDocument/2006/relationships/image" Target="../media/image88.png"/><Relationship Id="rId24" Type="http://schemas.openxmlformats.org/officeDocument/2006/relationships/image" Target="../media/image105.png"/><Relationship Id="rId23" Type="http://schemas.openxmlformats.org/officeDocument/2006/relationships/image" Target="../media/image92.png"/><Relationship Id="rId26" Type="http://schemas.openxmlformats.org/officeDocument/2006/relationships/image" Target="../media/image94.png"/><Relationship Id="rId25" Type="http://schemas.openxmlformats.org/officeDocument/2006/relationships/image" Target="../media/image93.png"/><Relationship Id="rId28" Type="http://schemas.openxmlformats.org/officeDocument/2006/relationships/image" Target="../media/image99.png"/><Relationship Id="rId27" Type="http://schemas.openxmlformats.org/officeDocument/2006/relationships/image" Target="../media/image96.png"/><Relationship Id="rId29" Type="http://schemas.openxmlformats.org/officeDocument/2006/relationships/image" Target="../media/image103.png"/><Relationship Id="rId51" Type="http://schemas.openxmlformats.org/officeDocument/2006/relationships/image" Target="../media/image126.png"/><Relationship Id="rId50" Type="http://schemas.openxmlformats.org/officeDocument/2006/relationships/image" Target="../media/image123.png"/><Relationship Id="rId53" Type="http://schemas.openxmlformats.org/officeDocument/2006/relationships/image" Target="../media/image125.png"/><Relationship Id="rId52" Type="http://schemas.openxmlformats.org/officeDocument/2006/relationships/image" Target="../media/image119.png"/><Relationship Id="rId11" Type="http://schemas.openxmlformats.org/officeDocument/2006/relationships/image" Target="../media/image90.png"/><Relationship Id="rId10" Type="http://schemas.openxmlformats.org/officeDocument/2006/relationships/image" Target="../media/image111.png"/><Relationship Id="rId54" Type="http://schemas.openxmlformats.org/officeDocument/2006/relationships/image" Target="../media/image27.png"/><Relationship Id="rId13" Type="http://schemas.openxmlformats.org/officeDocument/2006/relationships/image" Target="../media/image101.png"/><Relationship Id="rId12" Type="http://schemas.openxmlformats.org/officeDocument/2006/relationships/image" Target="../media/image82.png"/><Relationship Id="rId15" Type="http://schemas.openxmlformats.org/officeDocument/2006/relationships/image" Target="../media/image95.png"/><Relationship Id="rId14" Type="http://schemas.openxmlformats.org/officeDocument/2006/relationships/image" Target="../media/image97.png"/><Relationship Id="rId17" Type="http://schemas.openxmlformats.org/officeDocument/2006/relationships/image" Target="../media/image85.png"/><Relationship Id="rId16" Type="http://schemas.openxmlformats.org/officeDocument/2006/relationships/image" Target="../media/image86.png"/><Relationship Id="rId19" Type="http://schemas.openxmlformats.org/officeDocument/2006/relationships/image" Target="../media/image100.png"/><Relationship Id="rId18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C1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0ed0b2170_2_0"/>
          <p:cNvSpPr txBox="1"/>
          <p:nvPr/>
        </p:nvSpPr>
        <p:spPr>
          <a:xfrm>
            <a:off x="1131995" y="3307387"/>
            <a:ext cx="114018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es-MX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Copia esta presentación</a:t>
            </a:r>
            <a:endParaRPr b="1" i="0" sz="65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g80ed0b2170_2_0"/>
          <p:cNvSpPr txBox="1"/>
          <p:nvPr/>
        </p:nvSpPr>
        <p:spPr>
          <a:xfrm>
            <a:off x="1109172" y="4680169"/>
            <a:ext cx="64851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MX" sz="3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Antes de editarla.</a:t>
            </a:r>
            <a:endParaRPr b="0" i="0" sz="3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g80ed0b2170_2_0"/>
          <p:cNvSpPr txBox="1"/>
          <p:nvPr/>
        </p:nvSpPr>
        <p:spPr>
          <a:xfrm>
            <a:off x="1138749" y="2599684"/>
            <a:ext cx="8814900" cy="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s-MX" sz="2900" u="none" cap="none" strike="noStrike">
                <a:solidFill>
                  <a:srgbClr val="4B22F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TEMPLATE PRESENTACIONES DEMO DAY</a:t>
            </a:r>
            <a:endParaRPr b="0" i="0" sz="2900" u="none" cap="none" strike="noStrike">
              <a:solidFill>
                <a:srgbClr val="4B22F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61" name="Google Shape;61;g80ed0b2170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07160" y="4925971"/>
            <a:ext cx="182144" cy="25532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g80ed0b2170_2_0"/>
          <p:cNvCxnSpPr/>
          <p:nvPr/>
        </p:nvCxnSpPr>
        <p:spPr>
          <a:xfrm>
            <a:off x="1298678" y="4648152"/>
            <a:ext cx="2896800" cy="0"/>
          </a:xfrm>
          <a:prstGeom prst="straightConnector1">
            <a:avLst/>
          </a:prstGeom>
          <a:noFill/>
          <a:ln cap="flat" cmpd="sng" w="28575">
            <a:solidFill>
              <a:srgbClr val="4B22F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3" name="Google Shape;63;g80ed0b2170_2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50976" y="542299"/>
            <a:ext cx="3437000" cy="188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B22F4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g7ed7eb645d_0_548"/>
          <p:cNvPicPr preferRelativeResize="0"/>
          <p:nvPr/>
        </p:nvPicPr>
        <p:blipFill rotWithShape="1">
          <a:blip r:embed="rId3">
            <a:alphaModFix amt="50000"/>
          </a:blip>
          <a:srcRect b="6948" l="18" r="9864" t="12445"/>
          <a:stretch/>
        </p:blipFill>
        <p:spPr>
          <a:xfrm>
            <a:off x="5728925" y="0"/>
            <a:ext cx="9393597" cy="792162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7ed7eb645d_0_548"/>
          <p:cNvSpPr txBox="1"/>
          <p:nvPr/>
        </p:nvSpPr>
        <p:spPr>
          <a:xfrm>
            <a:off x="1131995" y="3307387"/>
            <a:ext cx="11401892" cy="13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es-MX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Título de presentación</a:t>
            </a:r>
            <a:endParaRPr b="1" i="0" sz="65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g7ed7eb645d_0_548"/>
          <p:cNvSpPr txBox="1"/>
          <p:nvPr/>
        </p:nvSpPr>
        <p:spPr>
          <a:xfrm>
            <a:off x="1109172" y="4680169"/>
            <a:ext cx="64851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MX" sz="3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Subtítulo</a:t>
            </a:r>
            <a:endParaRPr b="0" i="0" sz="3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1" name="Google Shape;71;g7ed7eb645d_0_548"/>
          <p:cNvCxnSpPr/>
          <p:nvPr/>
        </p:nvCxnSpPr>
        <p:spPr>
          <a:xfrm>
            <a:off x="5655525" y="4722365"/>
            <a:ext cx="1906200" cy="0"/>
          </a:xfrm>
          <a:prstGeom prst="straightConnector1">
            <a:avLst/>
          </a:prstGeom>
          <a:noFill/>
          <a:ln cap="flat" cmpd="sng" w="28575">
            <a:solidFill>
              <a:srgbClr val="4B2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g7ed7eb645d_0_548"/>
          <p:cNvSpPr txBox="1"/>
          <p:nvPr/>
        </p:nvSpPr>
        <p:spPr>
          <a:xfrm>
            <a:off x="1138749" y="2599684"/>
            <a:ext cx="8814900" cy="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s-MX" sz="29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Módulo: Nombre de módulo</a:t>
            </a:r>
            <a:endParaRPr b="0" i="0" sz="29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73" name="Google Shape;73;g7ed7eb645d_0_5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607160" y="4925971"/>
            <a:ext cx="182144" cy="25532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" name="Google Shape;74;g7ed7eb645d_0_548"/>
          <p:cNvCxnSpPr/>
          <p:nvPr/>
        </p:nvCxnSpPr>
        <p:spPr>
          <a:xfrm>
            <a:off x="1298678" y="4648152"/>
            <a:ext cx="2896804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5" name="Google Shape;75;g7ed7eb645d_0_5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40000" y="6300000"/>
            <a:ext cx="2520001" cy="138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"/>
          <p:cNvPicPr preferRelativeResize="0"/>
          <p:nvPr/>
        </p:nvPicPr>
        <p:blipFill rotWithShape="1">
          <a:blip r:embed="rId3">
            <a:alphaModFix amt="50000"/>
          </a:blip>
          <a:srcRect b="6948" l="18" r="9864" t="12445"/>
          <a:stretch/>
        </p:blipFill>
        <p:spPr>
          <a:xfrm>
            <a:off x="5728925" y="0"/>
            <a:ext cx="9393597" cy="792162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"/>
          <p:cNvSpPr txBox="1"/>
          <p:nvPr/>
        </p:nvSpPr>
        <p:spPr>
          <a:xfrm>
            <a:off x="1131995" y="3256848"/>
            <a:ext cx="91317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es-MX" sz="6500" u="none" cap="none" strike="noStrike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Título largo de </a:t>
            </a:r>
            <a:br>
              <a:rPr b="1" i="0" lang="es-MX" sz="6500" u="none" cap="none" strike="noStrike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s-MX" sz="6500" u="none" cap="none" strike="noStrike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presentación</a:t>
            </a:r>
            <a:endParaRPr b="1" i="0" sz="6500" u="none" cap="none" strike="noStrike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1109172" y="5280284"/>
            <a:ext cx="64851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MX" sz="3200" u="none" cap="none" strike="noStrike">
                <a:solidFill>
                  <a:srgbClr val="4B22F4"/>
                </a:solidFill>
                <a:latin typeface="Montserrat"/>
                <a:ea typeface="Montserrat"/>
                <a:cs typeface="Montserrat"/>
                <a:sym typeface="Montserrat"/>
              </a:rPr>
              <a:t>Sesión 01</a:t>
            </a:r>
            <a:endParaRPr b="0" i="0" sz="3200" u="none" cap="none" strike="noStrike">
              <a:solidFill>
                <a:srgbClr val="4B22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3" name="Google Shape;83;p1"/>
          <p:cNvCxnSpPr/>
          <p:nvPr/>
        </p:nvCxnSpPr>
        <p:spPr>
          <a:xfrm>
            <a:off x="1298678" y="5042007"/>
            <a:ext cx="2896804" cy="0"/>
          </a:xfrm>
          <a:prstGeom prst="straightConnector1">
            <a:avLst/>
          </a:prstGeom>
          <a:noFill/>
          <a:ln cap="flat" cmpd="sng" w="28575">
            <a:solidFill>
              <a:srgbClr val="4B2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1"/>
          <p:cNvSpPr txBox="1"/>
          <p:nvPr/>
        </p:nvSpPr>
        <p:spPr>
          <a:xfrm>
            <a:off x="1138749" y="2223166"/>
            <a:ext cx="8814900" cy="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s-MX" sz="2900" u="none" cap="none" strike="noStrike">
                <a:solidFill>
                  <a:srgbClr val="4B22F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Módulo: Nombre de módulo</a:t>
            </a:r>
            <a:endParaRPr b="0" i="0" sz="2900" u="none" cap="none" strike="noStrike">
              <a:solidFill>
                <a:srgbClr val="4B22F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-72735" y="3145847"/>
            <a:ext cx="1430575" cy="126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5">
            <a:alphaModFix/>
          </a:blip>
          <a:srcRect b="7" l="0" r="0" t="9"/>
          <a:stretch/>
        </p:blipFill>
        <p:spPr>
          <a:xfrm>
            <a:off x="12240000" y="6300000"/>
            <a:ext cx="2519999" cy="1382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8148f40e0d_1_0"/>
          <p:cNvSpPr/>
          <p:nvPr/>
        </p:nvSpPr>
        <p:spPr>
          <a:xfrm>
            <a:off x="-25" y="7002150"/>
            <a:ext cx="15122400" cy="932700"/>
          </a:xfrm>
          <a:prstGeom prst="rect">
            <a:avLst/>
          </a:prstGeom>
          <a:solidFill>
            <a:srgbClr val="4B22F4"/>
          </a:solidFill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g8148f40e0d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5400000">
            <a:off x="1569468" y="6187609"/>
            <a:ext cx="182144" cy="2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8148f40e0d_1_0"/>
          <p:cNvSpPr/>
          <p:nvPr/>
        </p:nvSpPr>
        <p:spPr>
          <a:xfrm>
            <a:off x="341775" y="319175"/>
            <a:ext cx="14438700" cy="63858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8148f40e0d_1_0"/>
          <p:cNvSpPr txBox="1"/>
          <p:nvPr/>
        </p:nvSpPr>
        <p:spPr>
          <a:xfrm>
            <a:off x="3238737" y="2871407"/>
            <a:ext cx="86451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0"/>
              <a:buFont typeface="Arial"/>
              <a:buNone/>
            </a:pPr>
            <a:r>
              <a:rPr b="1" i="0" lang="es-MX" sz="7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Imagen</a:t>
            </a:r>
            <a:endParaRPr b="1" i="0" sz="7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5" name="Google Shape;95;g8148f40e0d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64548" y="7146000"/>
            <a:ext cx="1315926" cy="7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B22F4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7ed7eb645d_0_749"/>
          <p:cNvPicPr preferRelativeResize="0"/>
          <p:nvPr/>
        </p:nvPicPr>
        <p:blipFill rotWithShape="1">
          <a:blip r:embed="rId3">
            <a:alphaModFix amt="50000"/>
          </a:blip>
          <a:srcRect b="208" l="0" r="0" t="199"/>
          <a:stretch/>
        </p:blipFill>
        <p:spPr>
          <a:xfrm>
            <a:off x="4194263" y="798681"/>
            <a:ext cx="6734005" cy="632425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7ed7eb645d_0_749"/>
          <p:cNvSpPr txBox="1"/>
          <p:nvPr/>
        </p:nvSpPr>
        <p:spPr>
          <a:xfrm>
            <a:off x="2911275" y="2064663"/>
            <a:ext cx="9300000" cy="37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1" lang="es-MX" sz="4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“The next big thing is the one that makes the last big thing usable.”</a:t>
            </a:r>
            <a:endParaRPr b="0" i="1" sz="45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2" name="Google Shape;102;g7ed7eb645d_0_749"/>
          <p:cNvSpPr txBox="1"/>
          <p:nvPr/>
        </p:nvSpPr>
        <p:spPr>
          <a:xfrm>
            <a:off x="7561275" y="5255825"/>
            <a:ext cx="4789500" cy="12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1" lang="es-MX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— Blake Ross</a:t>
            </a:r>
            <a:endParaRPr b="0" i="1" sz="3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3" name="Google Shape;103;g7ed7eb645d_0_7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0700" y="6904567"/>
            <a:ext cx="1430575" cy="126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7ed7eb645d_0_7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50777" y="615238"/>
            <a:ext cx="1620000" cy="64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7ed7eb645d_0_566"/>
          <p:cNvSpPr txBox="1"/>
          <p:nvPr/>
        </p:nvSpPr>
        <p:spPr>
          <a:xfrm>
            <a:off x="4838332" y="1762448"/>
            <a:ext cx="7149000" cy="48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-533400" lvl="0" marL="736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49FC"/>
              </a:buClr>
              <a:buSzPts val="2600"/>
              <a:buFont typeface="Montserrat Medium"/>
              <a:buChar char="●"/>
            </a:pPr>
            <a:r>
              <a:rPr b="0" i="0" lang="es-MX" sz="2600" u="none" cap="none" strike="noStrike">
                <a:solidFill>
                  <a:srgbClr val="2B30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Lorem ipsum dolor sit amet, consectetuer adipiscing elit, sed diam nonummy nibh euismod tincidunt ut laoreet dolore magna. </a:t>
            </a:r>
            <a:endParaRPr b="0" i="0" sz="2600" u="none" cap="none" strike="noStrike">
              <a:solidFill>
                <a:srgbClr val="2B303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736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2B303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533400" lvl="0" marL="736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49FC"/>
              </a:buClr>
              <a:buSzPts val="2600"/>
              <a:buFont typeface="Montserrat Medium"/>
              <a:buChar char="●"/>
            </a:pPr>
            <a:r>
              <a:rPr b="0" i="0" lang="es-MX" sz="2600" u="none" cap="none" strike="noStrike">
                <a:solidFill>
                  <a:srgbClr val="2B30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Duis autem vel eum iriure dolor in hendrerit in vulputate velit esse molestie consequat.</a:t>
            </a:r>
            <a:endParaRPr b="0" i="0" sz="2600" u="none" cap="none" strike="noStrike">
              <a:solidFill>
                <a:srgbClr val="2B303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736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2B303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533400" lvl="0" marL="736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49FC"/>
              </a:buClr>
              <a:buSzPts val="2600"/>
              <a:buFont typeface="Montserrat Medium"/>
              <a:buChar char="●"/>
            </a:pPr>
            <a:r>
              <a:rPr b="0" i="0" lang="es-MX" sz="2600" u="none" cap="none" strike="noStrike">
                <a:solidFill>
                  <a:srgbClr val="2B30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Praesent luptatum zzril delenit augue duis dolore te feugait nulla facilisi.</a:t>
            </a:r>
            <a:endParaRPr b="0" i="0" sz="2600" u="none" cap="none" strike="noStrike">
              <a:solidFill>
                <a:srgbClr val="2B303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0" name="Google Shape;110;g7ed7eb645d_0_566"/>
          <p:cNvSpPr/>
          <p:nvPr/>
        </p:nvSpPr>
        <p:spPr>
          <a:xfrm>
            <a:off x="0" y="7716827"/>
            <a:ext cx="15122400" cy="205200"/>
          </a:xfrm>
          <a:prstGeom prst="rect">
            <a:avLst/>
          </a:prstGeom>
          <a:solidFill>
            <a:srgbClr val="1B1C1F"/>
          </a:solidFill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g7ed7eb645d_0_5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500" y="709642"/>
            <a:ext cx="1430575" cy="12630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7ed7eb645d_0_566"/>
          <p:cNvSpPr txBox="1"/>
          <p:nvPr/>
        </p:nvSpPr>
        <p:spPr>
          <a:xfrm>
            <a:off x="2295842" y="414450"/>
            <a:ext cx="9218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16181C"/>
                </a:solidFill>
                <a:latin typeface="Montserrat"/>
                <a:ea typeface="Montserrat"/>
                <a:cs typeface="Montserrat"/>
                <a:sym typeface="Montserrat"/>
              </a:rPr>
              <a:t>Bullets</a:t>
            </a:r>
            <a:endParaRPr b="0" i="0" sz="4000" u="none" cap="none" strike="noStrike">
              <a:solidFill>
                <a:srgbClr val="16181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3" name="Google Shape;113;g7ed7eb645d_0_566"/>
          <p:cNvCxnSpPr/>
          <p:nvPr/>
        </p:nvCxnSpPr>
        <p:spPr>
          <a:xfrm>
            <a:off x="14475844" y="-11"/>
            <a:ext cx="0" cy="3877500"/>
          </a:xfrm>
          <a:prstGeom prst="straightConnector1">
            <a:avLst/>
          </a:prstGeom>
          <a:noFill/>
          <a:ln cap="flat" cmpd="sng" w="19050">
            <a:solidFill>
              <a:srgbClr val="6349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g7ed7eb645d_0_566"/>
          <p:cNvCxnSpPr/>
          <p:nvPr/>
        </p:nvCxnSpPr>
        <p:spPr>
          <a:xfrm>
            <a:off x="14475850" y="6859925"/>
            <a:ext cx="0" cy="1061700"/>
          </a:xfrm>
          <a:prstGeom prst="straightConnector1">
            <a:avLst/>
          </a:prstGeom>
          <a:noFill/>
          <a:ln cap="flat" cmpd="sng" w="19050">
            <a:solidFill>
              <a:srgbClr val="6349F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5" name="Google Shape;115;g7ed7eb645d_0_5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0417" y="2574991"/>
            <a:ext cx="3402760" cy="340279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7ed7eb645d_0_566"/>
          <p:cNvSpPr txBox="1"/>
          <p:nvPr/>
        </p:nvSpPr>
        <p:spPr>
          <a:xfrm rot="-5400000">
            <a:off x="12971200" y="5038125"/>
            <a:ext cx="30093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rgbClr val="D8D8D8"/>
                </a:solidFill>
                <a:latin typeface="Montserrat"/>
                <a:ea typeface="Montserrat"/>
                <a:cs typeface="Montserrat"/>
                <a:sym typeface="Montserrat"/>
              </a:rPr>
              <a:t># pág o tema</a:t>
            </a:r>
            <a:endParaRPr b="0" i="0" sz="2300" u="none" cap="none" strike="noStrike">
              <a:solidFill>
                <a:srgbClr val="D8D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B22F4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7ed7eb645d_0_695"/>
          <p:cNvSpPr/>
          <p:nvPr/>
        </p:nvSpPr>
        <p:spPr>
          <a:xfrm>
            <a:off x="10106532" y="0"/>
            <a:ext cx="5016000" cy="7934700"/>
          </a:xfrm>
          <a:prstGeom prst="rect">
            <a:avLst/>
          </a:prstGeom>
          <a:solidFill>
            <a:srgbClr val="16181C"/>
          </a:solidFill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7ed7eb645d_0_695"/>
          <p:cNvSpPr txBox="1"/>
          <p:nvPr/>
        </p:nvSpPr>
        <p:spPr>
          <a:xfrm>
            <a:off x="1700960" y="2389500"/>
            <a:ext cx="7214400" cy="35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s-MX" sz="6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Tema / Separador</a:t>
            </a:r>
            <a:endParaRPr b="1" i="0" sz="6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3" name="Google Shape;123;g7ed7eb645d_0_6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07160" y="4411099"/>
            <a:ext cx="182144" cy="25532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g7ed7eb645d_0_695"/>
          <p:cNvCxnSpPr/>
          <p:nvPr/>
        </p:nvCxnSpPr>
        <p:spPr>
          <a:xfrm>
            <a:off x="14475850" y="6859925"/>
            <a:ext cx="0" cy="1061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5" name="Google Shape;125;g7ed7eb645d_0_6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1977" y="2886617"/>
            <a:ext cx="3017469" cy="3024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7ed7eb645d_0_6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19915" y="607839"/>
            <a:ext cx="3384330" cy="8418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" name="Google Shape;127;g7ed7eb645d_0_695"/>
          <p:cNvCxnSpPr/>
          <p:nvPr/>
        </p:nvCxnSpPr>
        <p:spPr>
          <a:xfrm>
            <a:off x="14475844" y="-11"/>
            <a:ext cx="0" cy="2549166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B22F4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"/>
          <p:cNvSpPr/>
          <p:nvPr/>
        </p:nvSpPr>
        <p:spPr>
          <a:xfrm>
            <a:off x="10106532" y="0"/>
            <a:ext cx="5016000" cy="793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1700960" y="2237100"/>
            <a:ext cx="7214400" cy="35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s-MX" sz="6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Tema / Separador</a:t>
            </a:r>
            <a:endParaRPr b="1" i="0" sz="6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4" name="Google Shape;134;p2"/>
          <p:cNvCxnSpPr/>
          <p:nvPr/>
        </p:nvCxnSpPr>
        <p:spPr>
          <a:xfrm>
            <a:off x="14475844" y="-11"/>
            <a:ext cx="0" cy="2549166"/>
          </a:xfrm>
          <a:prstGeom prst="straightConnector1">
            <a:avLst/>
          </a:prstGeom>
          <a:noFill/>
          <a:ln cap="flat" cmpd="sng" w="19050">
            <a:solidFill>
              <a:srgbClr val="4B22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2"/>
          <p:cNvCxnSpPr/>
          <p:nvPr/>
        </p:nvCxnSpPr>
        <p:spPr>
          <a:xfrm>
            <a:off x="14475850" y="6859925"/>
            <a:ext cx="0" cy="1061700"/>
          </a:xfrm>
          <a:prstGeom prst="straightConnector1">
            <a:avLst/>
          </a:prstGeom>
          <a:noFill/>
          <a:ln cap="flat" cmpd="sng" w="19050">
            <a:solidFill>
              <a:srgbClr val="4B22F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6" name="Google Shape;1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460" y="3741297"/>
            <a:ext cx="2784389" cy="2791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64110" y="885741"/>
            <a:ext cx="2165350" cy="482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2"/>
          <p:cNvCxnSpPr/>
          <p:nvPr/>
        </p:nvCxnSpPr>
        <p:spPr>
          <a:xfrm rot="10800000">
            <a:off x="646680" y="3031958"/>
            <a:ext cx="0" cy="488966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A person holding a sign posing for the camera&#10;&#10;Description automatically generated" id="139" name="Google Shape;139;p2"/>
          <p:cNvPicPr preferRelativeResize="0"/>
          <p:nvPr/>
        </p:nvPicPr>
        <p:blipFill rotWithShape="1">
          <a:blip r:embed="rId5">
            <a:alphaModFix/>
          </a:blip>
          <a:srcRect b="0" l="16667" r="16666" t="0"/>
          <a:stretch/>
        </p:blipFill>
        <p:spPr>
          <a:xfrm>
            <a:off x="8934836" y="2235250"/>
            <a:ext cx="4708971" cy="470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g7ed7eb645d_0_820"/>
          <p:cNvCxnSpPr/>
          <p:nvPr/>
        </p:nvCxnSpPr>
        <p:spPr>
          <a:xfrm>
            <a:off x="14475844" y="-11"/>
            <a:ext cx="0" cy="3877500"/>
          </a:xfrm>
          <a:prstGeom prst="straightConnector1">
            <a:avLst/>
          </a:prstGeom>
          <a:noFill/>
          <a:ln cap="flat" cmpd="sng" w="19050">
            <a:solidFill>
              <a:srgbClr val="4B22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g7ed7eb645d_0_820"/>
          <p:cNvCxnSpPr/>
          <p:nvPr/>
        </p:nvCxnSpPr>
        <p:spPr>
          <a:xfrm>
            <a:off x="14475850" y="6859925"/>
            <a:ext cx="0" cy="1061700"/>
          </a:xfrm>
          <a:prstGeom prst="straightConnector1">
            <a:avLst/>
          </a:prstGeom>
          <a:noFill/>
          <a:ln cap="flat" cmpd="sng" w="19050">
            <a:solidFill>
              <a:srgbClr val="4B22F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6" name="Google Shape;146;g7ed7eb645d_0_8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500" y="709642"/>
            <a:ext cx="1430575" cy="12630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7ed7eb645d_0_820"/>
          <p:cNvSpPr txBox="1"/>
          <p:nvPr/>
        </p:nvSpPr>
        <p:spPr>
          <a:xfrm rot="-5400000">
            <a:off x="12971200" y="5038125"/>
            <a:ext cx="30093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rgbClr val="D8D8D8"/>
                </a:solidFill>
                <a:latin typeface="Montserrat"/>
                <a:ea typeface="Montserrat"/>
                <a:cs typeface="Montserrat"/>
                <a:sym typeface="Montserrat"/>
              </a:rPr>
              <a:t># pág o tema</a:t>
            </a:r>
            <a:endParaRPr b="0" i="0" sz="2300" u="none" cap="none" strike="noStrike">
              <a:solidFill>
                <a:srgbClr val="D8D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g7ed7eb645d_0_820"/>
          <p:cNvSpPr txBox="1"/>
          <p:nvPr/>
        </p:nvSpPr>
        <p:spPr>
          <a:xfrm>
            <a:off x="6944563" y="2433325"/>
            <a:ext cx="5656200" cy="46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-MX" sz="2600" u="none" cap="none" strike="noStrike">
                <a:solidFill>
                  <a:srgbClr val="2B303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Lorem ipsum dolor sit amet, consectetuer adipiscing elit, sed diam.</a:t>
            </a:r>
            <a:endParaRPr b="0" i="0" sz="2600" u="none" cap="none" strike="noStrike">
              <a:solidFill>
                <a:srgbClr val="2B303C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-MX" sz="2600" u="none" cap="none" strike="noStrike">
                <a:solidFill>
                  <a:srgbClr val="2B303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b="0" i="0" sz="2600" u="none" cap="none" strike="noStrike">
              <a:solidFill>
                <a:srgbClr val="2B303C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-MX" sz="2600" u="none" cap="none" strike="noStrike">
                <a:solidFill>
                  <a:srgbClr val="2B303C"/>
                </a:solidFill>
                <a:latin typeface="Montserrat"/>
                <a:ea typeface="Montserrat"/>
                <a:cs typeface="Montserrat"/>
                <a:sym typeface="Montserrat"/>
              </a:rPr>
              <a:t>Praesent luptatum zzril delenit augue duis dolore te nulla facilisi.</a:t>
            </a:r>
            <a:endParaRPr b="0" i="0" sz="2600" u="none" cap="none" strike="noStrike">
              <a:solidFill>
                <a:srgbClr val="2B303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g7ed7eb645d_0_820"/>
          <p:cNvSpPr txBox="1"/>
          <p:nvPr/>
        </p:nvSpPr>
        <p:spPr>
          <a:xfrm>
            <a:off x="2295842" y="414450"/>
            <a:ext cx="9218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16181C"/>
                </a:solidFill>
                <a:latin typeface="Montserrat"/>
                <a:ea typeface="Montserrat"/>
                <a:cs typeface="Montserrat"/>
                <a:sym typeface="Montserrat"/>
              </a:rPr>
              <a:t>Título</a:t>
            </a:r>
            <a:endParaRPr b="0" i="0" sz="4000" u="none" cap="none" strike="noStrike">
              <a:solidFill>
                <a:srgbClr val="16181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0" name="Google Shape;150;g7ed7eb645d_0_8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9214" y="2768412"/>
            <a:ext cx="2386021" cy="23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7ed7eb645d_0_8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5050" y="6725850"/>
            <a:ext cx="3996201" cy="99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7ed7eb645d_0_8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78384" y="531488"/>
            <a:ext cx="2165348" cy="48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7ed7eb645d_0_804"/>
          <p:cNvSpPr/>
          <p:nvPr/>
        </p:nvSpPr>
        <p:spPr>
          <a:xfrm>
            <a:off x="5967662" y="1366676"/>
            <a:ext cx="8644931" cy="6128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7ed7eb645d_0_804"/>
          <p:cNvSpPr txBox="1"/>
          <p:nvPr/>
        </p:nvSpPr>
        <p:spPr>
          <a:xfrm>
            <a:off x="5967662" y="3734257"/>
            <a:ext cx="86452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0"/>
              <a:buFont typeface="Arial"/>
              <a:buNone/>
            </a:pPr>
            <a:r>
              <a:rPr b="1" i="0" lang="es-MX" sz="7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Imagen</a:t>
            </a:r>
            <a:endParaRPr b="1" i="0" sz="7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g7ed7eb645d_0_804"/>
          <p:cNvSpPr txBox="1"/>
          <p:nvPr/>
        </p:nvSpPr>
        <p:spPr>
          <a:xfrm>
            <a:off x="509026" y="414450"/>
            <a:ext cx="9218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16181C"/>
                </a:solidFill>
                <a:latin typeface="Montserrat"/>
                <a:ea typeface="Montserrat"/>
                <a:cs typeface="Montserrat"/>
                <a:sym typeface="Montserrat"/>
              </a:rPr>
              <a:t>Texto simple con imagen</a:t>
            </a:r>
            <a:endParaRPr b="0" i="0" sz="4000" u="none" cap="none" strike="noStrike">
              <a:solidFill>
                <a:srgbClr val="16181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g7ed7eb645d_0_804"/>
          <p:cNvSpPr txBox="1"/>
          <p:nvPr/>
        </p:nvSpPr>
        <p:spPr>
          <a:xfrm>
            <a:off x="509026" y="2194175"/>
            <a:ext cx="4977374" cy="52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-MX" sz="2600" u="none" cap="none" strike="noStrike">
                <a:solidFill>
                  <a:srgbClr val="2B303C"/>
                </a:solidFill>
                <a:latin typeface="Montserrat"/>
                <a:ea typeface="Montserrat"/>
                <a:cs typeface="Montserrat"/>
                <a:sym typeface="Montserrat"/>
              </a:rPr>
              <a:t>Lorem ipsum dolor sit amet, consectetuer adipiscing elit, sed diam.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-MX" sz="2600" u="none" cap="none" strike="noStrike">
                <a:solidFill>
                  <a:srgbClr val="2B303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-MX" sz="2600" u="none" cap="none" strike="noStrike">
                <a:solidFill>
                  <a:srgbClr val="2B303C"/>
                </a:solidFill>
                <a:latin typeface="Montserrat"/>
                <a:ea typeface="Montserrat"/>
                <a:cs typeface="Montserrat"/>
                <a:sym typeface="Montserrat"/>
              </a:rPr>
              <a:t>Praesent luptatum zzril delenit augue duis dolore te nulla facilisi.</a:t>
            </a:r>
            <a:endParaRPr b="0" i="0" sz="2600" u="none" cap="none" strike="noStrike">
              <a:solidFill>
                <a:srgbClr val="2B303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1" name="Google Shape;161;g7ed7eb645d_0_804"/>
          <p:cNvCxnSpPr/>
          <p:nvPr/>
        </p:nvCxnSpPr>
        <p:spPr>
          <a:xfrm>
            <a:off x="14001733" y="0"/>
            <a:ext cx="0" cy="3469942"/>
          </a:xfrm>
          <a:prstGeom prst="straightConnector1">
            <a:avLst/>
          </a:prstGeom>
          <a:noFill/>
          <a:ln cap="flat" cmpd="sng" w="9525">
            <a:solidFill>
              <a:srgbClr val="4B22F4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62" name="Google Shape;162;g7ed7eb645d_0_8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7127" y="6078699"/>
            <a:ext cx="382905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ed7eb645d_0_815"/>
          <p:cNvSpPr txBox="1"/>
          <p:nvPr/>
        </p:nvSpPr>
        <p:spPr>
          <a:xfrm>
            <a:off x="509562" y="3310723"/>
            <a:ext cx="141033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0"/>
              <a:buFont typeface="Arial"/>
              <a:buNone/>
            </a:pPr>
            <a:r>
              <a:rPr b="1" i="0" lang="es-MX" sz="7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Imagen completa</a:t>
            </a:r>
            <a:endParaRPr b="1" i="0" sz="7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8" name="Google Shape;168;g7ed7eb645d_0_8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130" y="536223"/>
            <a:ext cx="3918059" cy="974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7ed7eb645d_0_8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29882" y="6665495"/>
            <a:ext cx="2982980" cy="664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g7ed7eb645d_0_758"/>
          <p:cNvGrpSpPr/>
          <p:nvPr/>
        </p:nvGrpSpPr>
        <p:grpSpPr>
          <a:xfrm>
            <a:off x="8039545" y="884794"/>
            <a:ext cx="5781606" cy="5163746"/>
            <a:chOff x="8411934" y="753404"/>
            <a:chExt cx="5781606" cy="5163746"/>
          </a:xfrm>
        </p:grpSpPr>
        <p:sp>
          <p:nvSpPr>
            <p:cNvPr id="175" name="Google Shape;175;g7ed7eb645d_0_758"/>
            <p:cNvSpPr/>
            <p:nvPr/>
          </p:nvSpPr>
          <p:spPr>
            <a:xfrm>
              <a:off x="9216189" y="753404"/>
              <a:ext cx="2693803" cy="2693803"/>
            </a:xfrm>
            <a:prstGeom prst="ellipse">
              <a:avLst/>
            </a:prstGeom>
            <a:noFill/>
            <a:ln cap="flat" cmpd="sng" w="25400">
              <a:solidFill>
                <a:srgbClr val="4B22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g7ed7eb645d_0_758"/>
            <p:cNvSpPr/>
            <p:nvPr/>
          </p:nvSpPr>
          <p:spPr>
            <a:xfrm>
              <a:off x="10302755" y="1802504"/>
              <a:ext cx="3890786" cy="3890786"/>
            </a:xfrm>
            <a:prstGeom prst="ellipse">
              <a:avLst/>
            </a:prstGeom>
            <a:noFill/>
            <a:ln cap="flat" cmpd="sng" w="25400">
              <a:solidFill>
                <a:srgbClr val="4B22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g7ed7eb645d_0_758"/>
            <p:cNvSpPr/>
            <p:nvPr/>
          </p:nvSpPr>
          <p:spPr>
            <a:xfrm>
              <a:off x="8411934" y="3223347"/>
              <a:ext cx="2693803" cy="2693803"/>
            </a:xfrm>
            <a:prstGeom prst="ellipse">
              <a:avLst/>
            </a:prstGeom>
            <a:noFill/>
            <a:ln cap="flat" cmpd="sng" w="25400">
              <a:solidFill>
                <a:srgbClr val="4B22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" name="Google Shape;178;g7ed7eb645d_0_758"/>
          <p:cNvSpPr/>
          <p:nvPr/>
        </p:nvSpPr>
        <p:spPr>
          <a:xfrm>
            <a:off x="0" y="0"/>
            <a:ext cx="6012900" cy="7938300"/>
          </a:xfrm>
          <a:prstGeom prst="rect">
            <a:avLst/>
          </a:prstGeom>
          <a:solidFill>
            <a:srgbClr val="4B22F4"/>
          </a:solidFill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E3C87F"/>
              </a:solidFill>
              <a:highlight>
                <a:srgbClr val="FF5D6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7ed7eb645d_0_758"/>
          <p:cNvSpPr txBox="1"/>
          <p:nvPr/>
        </p:nvSpPr>
        <p:spPr>
          <a:xfrm>
            <a:off x="342217" y="2615525"/>
            <a:ext cx="5328600" cy="53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-MX" sz="2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Lorem ipsum dolor sit amet, consectetuer adipiscing elit, sed diam.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-MX" sz="2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Praesent luptatum zzril delenit augue duis dolore te nulla facilisi.</a:t>
            </a:r>
            <a:endParaRPr b="0" i="0" sz="2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g7ed7eb645d_0_758"/>
          <p:cNvSpPr txBox="1"/>
          <p:nvPr/>
        </p:nvSpPr>
        <p:spPr>
          <a:xfrm>
            <a:off x="342217" y="296204"/>
            <a:ext cx="53286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Presentación de datos</a:t>
            </a:r>
            <a:endParaRPr b="1" i="0" sz="4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1" name="Google Shape;181;g7ed7eb645d_0_7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9184" y="6800813"/>
            <a:ext cx="216535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7ed7eb645d_0_758"/>
          <p:cNvSpPr/>
          <p:nvPr/>
        </p:nvSpPr>
        <p:spPr>
          <a:xfrm>
            <a:off x="8638673" y="801530"/>
            <a:ext cx="2693803" cy="2693803"/>
          </a:xfrm>
          <a:prstGeom prst="ellipse">
            <a:avLst/>
          </a:prstGeom>
          <a:solidFill>
            <a:srgbClr val="6349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7ed7eb645d_0_758"/>
          <p:cNvSpPr/>
          <p:nvPr/>
        </p:nvSpPr>
        <p:spPr>
          <a:xfrm>
            <a:off x="9725239" y="1850630"/>
            <a:ext cx="3890786" cy="3890786"/>
          </a:xfrm>
          <a:prstGeom prst="ellipse">
            <a:avLst/>
          </a:prstGeom>
          <a:solidFill>
            <a:srgbClr val="0D01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7ed7eb645d_0_758"/>
          <p:cNvSpPr/>
          <p:nvPr/>
        </p:nvSpPr>
        <p:spPr>
          <a:xfrm>
            <a:off x="7834418" y="3271473"/>
            <a:ext cx="2693803" cy="2693803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7ed7eb645d_0_758"/>
          <p:cNvSpPr txBox="1"/>
          <p:nvPr/>
        </p:nvSpPr>
        <p:spPr>
          <a:xfrm>
            <a:off x="7834418" y="3271473"/>
            <a:ext cx="2693803" cy="2623505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s-MX" sz="5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22%</a:t>
            </a:r>
            <a:endParaRPr b="0" i="0" sz="5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g7ed7eb645d_0_758"/>
          <p:cNvSpPr txBox="1"/>
          <p:nvPr/>
        </p:nvSpPr>
        <p:spPr>
          <a:xfrm>
            <a:off x="10448743" y="3024598"/>
            <a:ext cx="2791333" cy="2365549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Praesent luptatum zzril delenit augue duis dolore te nulla facilisi.</a:t>
            </a:r>
            <a:endParaRPr b="0" i="0" sz="2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7" name="Google Shape;187;g7ed7eb645d_0_7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02578" y="1408072"/>
            <a:ext cx="1255576" cy="1255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7ed7eb645d_0_7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00737" y="709642"/>
            <a:ext cx="1430575" cy="126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7ed7eb645d_0_758"/>
          <p:cNvPicPr preferRelativeResize="0"/>
          <p:nvPr/>
        </p:nvPicPr>
        <p:blipFill rotWithShape="1">
          <a:blip r:embed="rId6">
            <a:alphaModFix/>
          </a:blip>
          <a:srcRect b="7" l="0" r="0" t="9"/>
          <a:stretch/>
        </p:blipFill>
        <p:spPr>
          <a:xfrm>
            <a:off x="12240000" y="6300000"/>
            <a:ext cx="2519999" cy="1382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g7ed7eb645d_0_10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500" y="709642"/>
            <a:ext cx="1430575" cy="126308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7ed7eb645d_0_1093"/>
          <p:cNvSpPr txBox="1"/>
          <p:nvPr/>
        </p:nvSpPr>
        <p:spPr>
          <a:xfrm>
            <a:off x="2295842" y="414450"/>
            <a:ext cx="9218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16181C"/>
                </a:solidFill>
                <a:latin typeface="Montserrat"/>
                <a:ea typeface="Montserrat"/>
                <a:cs typeface="Montserrat"/>
                <a:sym typeface="Montserrat"/>
              </a:rPr>
              <a:t>Título</a:t>
            </a:r>
            <a:endParaRPr b="0" i="0" sz="4000" u="none" cap="none" strike="noStrike">
              <a:solidFill>
                <a:srgbClr val="16181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6" name="Google Shape;196;g7ed7eb645d_0_1093"/>
          <p:cNvCxnSpPr/>
          <p:nvPr/>
        </p:nvCxnSpPr>
        <p:spPr>
          <a:xfrm>
            <a:off x="14475844" y="-11"/>
            <a:ext cx="0" cy="3877500"/>
          </a:xfrm>
          <a:prstGeom prst="straightConnector1">
            <a:avLst/>
          </a:prstGeom>
          <a:noFill/>
          <a:ln cap="flat" cmpd="sng" w="19050">
            <a:solidFill>
              <a:srgbClr val="4B22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g7ed7eb645d_0_1093"/>
          <p:cNvCxnSpPr/>
          <p:nvPr/>
        </p:nvCxnSpPr>
        <p:spPr>
          <a:xfrm>
            <a:off x="14475850" y="6859925"/>
            <a:ext cx="0" cy="1061700"/>
          </a:xfrm>
          <a:prstGeom prst="straightConnector1">
            <a:avLst/>
          </a:prstGeom>
          <a:noFill/>
          <a:ln cap="flat" cmpd="sng" w="19050">
            <a:solidFill>
              <a:srgbClr val="4B2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g7ed7eb645d_0_1093"/>
          <p:cNvSpPr txBox="1"/>
          <p:nvPr/>
        </p:nvSpPr>
        <p:spPr>
          <a:xfrm rot="-5400000">
            <a:off x="12971200" y="5038125"/>
            <a:ext cx="30093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rgbClr val="D8D8D8"/>
                </a:solidFill>
                <a:latin typeface="Montserrat"/>
                <a:ea typeface="Montserrat"/>
                <a:cs typeface="Montserrat"/>
                <a:sym typeface="Montserrat"/>
              </a:rPr>
              <a:t>Datos</a:t>
            </a:r>
            <a:endParaRPr b="0" i="0" sz="2300" u="none" cap="none" strike="noStrike">
              <a:solidFill>
                <a:srgbClr val="D8D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g7ed7eb645d_0_1093"/>
          <p:cNvSpPr txBox="1"/>
          <p:nvPr/>
        </p:nvSpPr>
        <p:spPr>
          <a:xfrm>
            <a:off x="2133174" y="3046346"/>
            <a:ext cx="3206600" cy="2705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s-MX" sz="8000" u="none" cap="none" strike="noStrike">
                <a:solidFill>
                  <a:srgbClr val="6349FC"/>
                </a:solidFill>
                <a:latin typeface="Montserrat"/>
                <a:ea typeface="Montserrat"/>
                <a:cs typeface="Montserrat"/>
                <a:sym typeface="Montserrat"/>
              </a:rPr>
              <a:t>22%</a:t>
            </a:r>
            <a:endParaRPr b="0" i="0" sz="8000" u="none" cap="none" strike="noStrike">
              <a:solidFill>
                <a:srgbClr val="6349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0" name="Google Shape;200;g7ed7eb645d_0_1093"/>
          <p:cNvCxnSpPr/>
          <p:nvPr/>
        </p:nvCxnSpPr>
        <p:spPr>
          <a:xfrm>
            <a:off x="5668729" y="3194397"/>
            <a:ext cx="0" cy="2409636"/>
          </a:xfrm>
          <a:prstGeom prst="straightConnector1">
            <a:avLst/>
          </a:prstGeom>
          <a:noFill/>
          <a:ln cap="flat" cmpd="sng" w="2857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g7ed7eb645d_0_1093"/>
          <p:cNvCxnSpPr/>
          <p:nvPr/>
        </p:nvCxnSpPr>
        <p:spPr>
          <a:xfrm>
            <a:off x="9216190" y="3194397"/>
            <a:ext cx="0" cy="2409636"/>
          </a:xfrm>
          <a:prstGeom prst="straightConnector1">
            <a:avLst/>
          </a:prstGeom>
          <a:noFill/>
          <a:ln cap="flat" cmpd="sng" w="2857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g7ed7eb645d_0_1093"/>
          <p:cNvSpPr txBox="1"/>
          <p:nvPr/>
        </p:nvSpPr>
        <p:spPr>
          <a:xfrm>
            <a:off x="5839160" y="3046346"/>
            <a:ext cx="3206600" cy="2705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s-MX" sz="8000" u="none" cap="none" strike="noStrike">
                <a:solidFill>
                  <a:srgbClr val="6349FC"/>
                </a:solidFill>
                <a:latin typeface="Montserrat"/>
                <a:ea typeface="Montserrat"/>
                <a:cs typeface="Montserrat"/>
                <a:sym typeface="Montserrat"/>
              </a:rPr>
              <a:t>36%</a:t>
            </a:r>
            <a:endParaRPr b="0" i="0" sz="8000" u="none" cap="none" strike="noStrike">
              <a:solidFill>
                <a:srgbClr val="6349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g7ed7eb645d_0_1093"/>
          <p:cNvSpPr txBox="1"/>
          <p:nvPr/>
        </p:nvSpPr>
        <p:spPr>
          <a:xfrm>
            <a:off x="9587921" y="3046346"/>
            <a:ext cx="3206600" cy="2705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s-MX" sz="8000" u="none" cap="none" strike="noStrike">
                <a:solidFill>
                  <a:srgbClr val="6349FC"/>
                </a:solidFill>
                <a:latin typeface="Montserrat"/>
                <a:ea typeface="Montserrat"/>
                <a:cs typeface="Montserrat"/>
                <a:sym typeface="Montserrat"/>
              </a:rPr>
              <a:t>19%</a:t>
            </a:r>
            <a:endParaRPr b="0" i="0" sz="8000" u="none" cap="none" strike="noStrike">
              <a:solidFill>
                <a:srgbClr val="6349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g7ed7eb645d_0_1093"/>
          <p:cNvSpPr txBox="1"/>
          <p:nvPr/>
        </p:nvSpPr>
        <p:spPr>
          <a:xfrm>
            <a:off x="2450478" y="5285661"/>
            <a:ext cx="2550691" cy="1908465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Lorem ipsum dolor sit amet, adipiscing elit, sed diam.</a:t>
            </a:r>
            <a:endParaRPr b="0" i="0" sz="1800" u="none" cap="none" strike="noStrik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g7ed7eb645d_0_1093"/>
          <p:cNvSpPr txBox="1"/>
          <p:nvPr/>
        </p:nvSpPr>
        <p:spPr>
          <a:xfrm>
            <a:off x="6183969" y="5285661"/>
            <a:ext cx="2550692" cy="1908465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Praesent luptatum zzril delenit augue duis dolore te feugait nulla facilisi.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7ed7eb645d_0_1093"/>
          <p:cNvSpPr txBox="1"/>
          <p:nvPr/>
        </p:nvSpPr>
        <p:spPr>
          <a:xfrm>
            <a:off x="9809146" y="5285661"/>
            <a:ext cx="2550691" cy="1908465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Lorem ipsum dolor sit amet, adipiscing elit, sed diam.</a:t>
            </a:r>
            <a:endParaRPr b="0" i="0" sz="1800" u="none" cap="none" strike="noStrik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g7ed7eb645d_0_1093"/>
          <p:cNvSpPr txBox="1"/>
          <p:nvPr/>
        </p:nvSpPr>
        <p:spPr>
          <a:xfrm>
            <a:off x="1474339" y="2032770"/>
            <a:ext cx="11969951" cy="1732853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-MX" sz="2600" u="none" cap="none" strike="noStrike">
                <a:solidFill>
                  <a:srgbClr val="2B303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Lorem ipsum dolor sit amet, consectetuer adipiscing elit, sed diam.</a:t>
            </a:r>
            <a:endParaRPr b="0" i="0" sz="2600" u="none" cap="none" strike="noStrike">
              <a:solidFill>
                <a:srgbClr val="2B303C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2B303C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7ed7eb645d_0_912"/>
          <p:cNvSpPr/>
          <p:nvPr/>
        </p:nvSpPr>
        <p:spPr>
          <a:xfrm>
            <a:off x="1150273" y="2464319"/>
            <a:ext cx="4259400" cy="572100"/>
          </a:xfrm>
          <a:prstGeom prst="rect">
            <a:avLst/>
          </a:prstGeom>
          <a:solidFill>
            <a:srgbClr val="4B22F4"/>
          </a:solidFill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3" name="Google Shape;213;g7ed7eb645d_0_912"/>
          <p:cNvSpPr/>
          <p:nvPr/>
        </p:nvSpPr>
        <p:spPr>
          <a:xfrm>
            <a:off x="5397261" y="2464319"/>
            <a:ext cx="4259400" cy="572100"/>
          </a:xfrm>
          <a:prstGeom prst="rect">
            <a:avLst/>
          </a:prstGeom>
          <a:solidFill>
            <a:srgbClr val="2205D1"/>
          </a:solidFill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4" name="Google Shape;214;g7ed7eb645d_0_912"/>
          <p:cNvSpPr txBox="1"/>
          <p:nvPr/>
        </p:nvSpPr>
        <p:spPr>
          <a:xfrm>
            <a:off x="1012134" y="1529849"/>
            <a:ext cx="64743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Primarios</a:t>
            </a:r>
            <a:endParaRPr b="0" i="0" sz="2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5" name="Google Shape;215;g7ed7eb645d_0_912"/>
          <p:cNvSpPr/>
          <p:nvPr/>
        </p:nvSpPr>
        <p:spPr>
          <a:xfrm>
            <a:off x="9656673" y="2464319"/>
            <a:ext cx="4259400" cy="572100"/>
          </a:xfrm>
          <a:prstGeom prst="rect">
            <a:avLst/>
          </a:prstGeom>
          <a:solidFill>
            <a:srgbClr val="16181C"/>
          </a:solidFill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7ed7eb645d_0_912"/>
          <p:cNvSpPr txBox="1"/>
          <p:nvPr/>
        </p:nvSpPr>
        <p:spPr>
          <a:xfrm>
            <a:off x="1197572" y="2390855"/>
            <a:ext cx="20376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s-MX" sz="29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4b22f4</a:t>
            </a:r>
            <a:endParaRPr b="0" i="0" sz="29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7" name="Google Shape;217;g7ed7eb645d_0_912"/>
          <p:cNvSpPr txBox="1"/>
          <p:nvPr/>
        </p:nvSpPr>
        <p:spPr>
          <a:xfrm>
            <a:off x="5364101" y="2390855"/>
            <a:ext cx="24414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s-MX" sz="29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2205d1</a:t>
            </a:r>
            <a:endParaRPr b="0" i="0" sz="29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8" name="Google Shape;218;g7ed7eb645d_0_912"/>
          <p:cNvSpPr txBox="1"/>
          <p:nvPr/>
        </p:nvSpPr>
        <p:spPr>
          <a:xfrm>
            <a:off x="9656693" y="2390855"/>
            <a:ext cx="24414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s-MX" sz="29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16181C</a:t>
            </a:r>
            <a:endParaRPr b="0" i="0" sz="29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9" name="Google Shape;219;g7ed7eb645d_0_912"/>
          <p:cNvSpPr/>
          <p:nvPr/>
        </p:nvSpPr>
        <p:spPr>
          <a:xfrm>
            <a:off x="1150273" y="4420987"/>
            <a:ext cx="4259400" cy="572100"/>
          </a:xfrm>
          <a:prstGeom prst="rect">
            <a:avLst/>
          </a:prstGeom>
          <a:solidFill>
            <a:srgbClr val="6349FC"/>
          </a:solidFill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0" name="Google Shape;220;g7ed7eb645d_0_912"/>
          <p:cNvSpPr/>
          <p:nvPr/>
        </p:nvSpPr>
        <p:spPr>
          <a:xfrm>
            <a:off x="5397261" y="4420987"/>
            <a:ext cx="4259400" cy="572100"/>
          </a:xfrm>
          <a:prstGeom prst="rect">
            <a:avLst/>
          </a:prstGeom>
          <a:solidFill>
            <a:srgbClr val="0D017F"/>
          </a:solidFill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1" name="Google Shape;221;g7ed7eb645d_0_912"/>
          <p:cNvSpPr txBox="1"/>
          <p:nvPr/>
        </p:nvSpPr>
        <p:spPr>
          <a:xfrm>
            <a:off x="1197572" y="4347523"/>
            <a:ext cx="17652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s-MX" sz="29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6349fc</a:t>
            </a:r>
            <a:endParaRPr b="0" i="0" sz="29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2" name="Google Shape;222;g7ed7eb645d_0_912"/>
          <p:cNvSpPr txBox="1"/>
          <p:nvPr/>
        </p:nvSpPr>
        <p:spPr>
          <a:xfrm>
            <a:off x="5364101" y="4347523"/>
            <a:ext cx="24414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s-MX" sz="29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0d017f</a:t>
            </a:r>
            <a:endParaRPr b="0" i="0" sz="29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3" name="Google Shape;223;g7ed7eb645d_0_912"/>
          <p:cNvSpPr txBox="1"/>
          <p:nvPr/>
        </p:nvSpPr>
        <p:spPr>
          <a:xfrm>
            <a:off x="1012134" y="3471963"/>
            <a:ext cx="64743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Secundarios</a:t>
            </a:r>
            <a:endParaRPr b="0" i="0" sz="2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4" name="Google Shape;224;g7ed7eb645d_0_912"/>
          <p:cNvSpPr/>
          <p:nvPr/>
        </p:nvSpPr>
        <p:spPr>
          <a:xfrm>
            <a:off x="1150273" y="6377691"/>
            <a:ext cx="4259400" cy="5721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7ed7eb645d_0_912"/>
          <p:cNvSpPr/>
          <p:nvPr/>
        </p:nvSpPr>
        <p:spPr>
          <a:xfrm>
            <a:off x="5397261" y="6377691"/>
            <a:ext cx="4259400" cy="5721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7ed7eb645d_0_912"/>
          <p:cNvSpPr txBox="1"/>
          <p:nvPr/>
        </p:nvSpPr>
        <p:spPr>
          <a:xfrm>
            <a:off x="1197572" y="6304227"/>
            <a:ext cx="24414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s-MX" sz="29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ededed</a:t>
            </a:r>
            <a:endParaRPr b="0" i="0" sz="2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7" name="Google Shape;227;g7ed7eb645d_0_912"/>
          <p:cNvSpPr txBox="1"/>
          <p:nvPr/>
        </p:nvSpPr>
        <p:spPr>
          <a:xfrm>
            <a:off x="5364101" y="6304227"/>
            <a:ext cx="24414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s-MX" sz="29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f6f6f6</a:t>
            </a:r>
            <a:endParaRPr b="0" i="0" sz="2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8" name="Google Shape;228;g7ed7eb645d_0_912"/>
          <p:cNvSpPr txBox="1"/>
          <p:nvPr/>
        </p:nvSpPr>
        <p:spPr>
          <a:xfrm>
            <a:off x="976994" y="5428667"/>
            <a:ext cx="7278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Complementarios</a:t>
            </a:r>
            <a:endParaRPr b="0" i="0" sz="2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9" name="Google Shape;229;g7ed7eb645d_0_912"/>
          <p:cNvSpPr/>
          <p:nvPr/>
        </p:nvSpPr>
        <p:spPr>
          <a:xfrm>
            <a:off x="9656661" y="4420987"/>
            <a:ext cx="4267199" cy="57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0" name="Google Shape;230;g7ed7eb645d_0_912"/>
          <p:cNvSpPr txBox="1"/>
          <p:nvPr/>
        </p:nvSpPr>
        <p:spPr>
          <a:xfrm>
            <a:off x="9631301" y="4347523"/>
            <a:ext cx="24414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s-MX" sz="2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ffffff</a:t>
            </a:r>
            <a:endParaRPr b="0" i="0" sz="29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31" name="Google Shape;231;g7ed7eb645d_0_912"/>
          <p:cNvCxnSpPr/>
          <p:nvPr/>
        </p:nvCxnSpPr>
        <p:spPr>
          <a:xfrm>
            <a:off x="14475844" y="-11"/>
            <a:ext cx="0" cy="3877500"/>
          </a:xfrm>
          <a:prstGeom prst="straightConnector1">
            <a:avLst/>
          </a:prstGeom>
          <a:noFill/>
          <a:ln cap="flat" cmpd="sng" w="19050">
            <a:solidFill>
              <a:srgbClr val="4B22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g7ed7eb645d_0_912"/>
          <p:cNvCxnSpPr/>
          <p:nvPr/>
        </p:nvCxnSpPr>
        <p:spPr>
          <a:xfrm>
            <a:off x="14475850" y="6859925"/>
            <a:ext cx="0" cy="1061700"/>
          </a:xfrm>
          <a:prstGeom prst="straightConnector1">
            <a:avLst/>
          </a:prstGeom>
          <a:noFill/>
          <a:ln cap="flat" cmpd="sng" w="19050">
            <a:solidFill>
              <a:srgbClr val="4B2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g7ed7eb645d_0_912"/>
          <p:cNvSpPr txBox="1"/>
          <p:nvPr/>
        </p:nvSpPr>
        <p:spPr>
          <a:xfrm rot="-5400000">
            <a:off x="12971200" y="5038125"/>
            <a:ext cx="30093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rgbClr val="D8D8D8"/>
                </a:solidFill>
                <a:latin typeface="Montserrat"/>
                <a:ea typeface="Montserrat"/>
                <a:cs typeface="Montserrat"/>
                <a:sym typeface="Montserrat"/>
              </a:rPr>
              <a:t>Colores</a:t>
            </a:r>
            <a:endParaRPr b="0" i="0" sz="2300" u="none" cap="none" strike="noStrike">
              <a:solidFill>
                <a:srgbClr val="D8D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4" name="Google Shape;234;g7ed7eb645d_0_9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500" y="709642"/>
            <a:ext cx="1430575" cy="12630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7ed7eb645d_0_912"/>
          <p:cNvSpPr txBox="1"/>
          <p:nvPr/>
        </p:nvSpPr>
        <p:spPr>
          <a:xfrm>
            <a:off x="2295842" y="414450"/>
            <a:ext cx="9218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16181C"/>
                </a:solidFill>
                <a:latin typeface="Montserrat"/>
                <a:ea typeface="Montserrat"/>
                <a:cs typeface="Montserrat"/>
                <a:sym typeface="Montserrat"/>
              </a:rPr>
              <a:t>Colores</a:t>
            </a:r>
            <a:endParaRPr b="0" i="0" sz="4000" u="none" cap="none" strike="noStrike">
              <a:solidFill>
                <a:srgbClr val="16181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0" name="Google Shape;240;g7ed7eb645d_0_932"/>
          <p:cNvCxnSpPr/>
          <p:nvPr/>
        </p:nvCxnSpPr>
        <p:spPr>
          <a:xfrm>
            <a:off x="14475844" y="-11"/>
            <a:ext cx="0" cy="3877500"/>
          </a:xfrm>
          <a:prstGeom prst="straightConnector1">
            <a:avLst/>
          </a:prstGeom>
          <a:noFill/>
          <a:ln cap="flat" cmpd="sng" w="19050">
            <a:solidFill>
              <a:srgbClr val="4B22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g7ed7eb645d_0_932"/>
          <p:cNvCxnSpPr/>
          <p:nvPr/>
        </p:nvCxnSpPr>
        <p:spPr>
          <a:xfrm>
            <a:off x="14475850" y="6859925"/>
            <a:ext cx="0" cy="1061700"/>
          </a:xfrm>
          <a:prstGeom prst="straightConnector1">
            <a:avLst/>
          </a:prstGeom>
          <a:noFill/>
          <a:ln cap="flat" cmpd="sng" w="19050">
            <a:solidFill>
              <a:srgbClr val="4B2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g7ed7eb645d_0_932"/>
          <p:cNvSpPr txBox="1"/>
          <p:nvPr/>
        </p:nvSpPr>
        <p:spPr>
          <a:xfrm rot="-5400000">
            <a:off x="12971200" y="5038125"/>
            <a:ext cx="30093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rgbClr val="D8D8D8"/>
                </a:solidFill>
                <a:latin typeface="Montserrat"/>
                <a:ea typeface="Montserrat"/>
                <a:cs typeface="Montserrat"/>
                <a:sym typeface="Montserrat"/>
              </a:rPr>
              <a:t>Decorativo</a:t>
            </a:r>
            <a:endParaRPr b="0" i="0" sz="2300" u="none" cap="none" strike="noStrike">
              <a:solidFill>
                <a:srgbClr val="D8D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3" name="Google Shape;243;g7ed7eb645d_0_9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500" y="709642"/>
            <a:ext cx="1430575" cy="12630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7ed7eb645d_0_932"/>
          <p:cNvSpPr txBox="1"/>
          <p:nvPr/>
        </p:nvSpPr>
        <p:spPr>
          <a:xfrm>
            <a:off x="2295842" y="414450"/>
            <a:ext cx="9218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16181C"/>
                </a:solidFill>
                <a:latin typeface="Montserrat"/>
                <a:ea typeface="Montserrat"/>
                <a:cs typeface="Montserrat"/>
                <a:sym typeface="Montserrat"/>
              </a:rPr>
              <a:t>Elementos disponibles</a:t>
            </a:r>
            <a:endParaRPr b="0" i="0" sz="4000" u="none" cap="none" strike="noStrike">
              <a:solidFill>
                <a:srgbClr val="16181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5" name="Google Shape;245;g7ed7eb645d_0_9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3788" y="3705677"/>
            <a:ext cx="3384331" cy="84187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7ed7eb645d_0_932"/>
          <p:cNvSpPr txBox="1"/>
          <p:nvPr/>
        </p:nvSpPr>
        <p:spPr>
          <a:xfrm>
            <a:off x="4598125" y="3285525"/>
            <a:ext cx="657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-MX" sz="2600" u="none" cap="none" strike="noStrike">
                <a:solidFill>
                  <a:srgbClr val="6349FC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endParaRPr b="0" i="0" sz="2600" u="none" cap="none" strike="noStrike">
              <a:solidFill>
                <a:srgbClr val="D8D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g7ed7eb645d_0_932"/>
          <p:cNvSpPr/>
          <p:nvPr/>
        </p:nvSpPr>
        <p:spPr>
          <a:xfrm>
            <a:off x="498500" y="7105328"/>
            <a:ext cx="4938280" cy="447444"/>
          </a:xfrm>
          <a:prstGeom prst="rect">
            <a:avLst/>
          </a:prstGeom>
          <a:solidFill>
            <a:srgbClr val="4B22F4"/>
          </a:solidFill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8" name="Google Shape;248;g7ed7eb645d_0_932"/>
          <p:cNvSpPr txBox="1"/>
          <p:nvPr/>
        </p:nvSpPr>
        <p:spPr>
          <a:xfrm>
            <a:off x="704874" y="7115442"/>
            <a:ext cx="45465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EDEDED"/>
                </a:solidFill>
                <a:latin typeface="Montserrat"/>
                <a:ea typeface="Montserrat"/>
                <a:cs typeface="Montserrat"/>
                <a:sym typeface="Montserrat"/>
              </a:rPr>
              <a:t>* Recuerda usar múltiplos de 2</a:t>
            </a:r>
            <a:endParaRPr b="0" i="0" sz="1800" u="none" cap="none" strike="noStrike">
              <a:solidFill>
                <a:srgbClr val="EDED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9" name="Google Shape;249;g7ed7eb645d_0_9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6619228" y="2273775"/>
            <a:ext cx="240704" cy="337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7ed7eb645d_0_9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82450" y="3719512"/>
            <a:ext cx="216535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7ed7eb645d_0_9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0672" y="3870854"/>
            <a:ext cx="1430575" cy="12630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7ed7eb645d_0_932"/>
          <p:cNvSpPr txBox="1"/>
          <p:nvPr/>
        </p:nvSpPr>
        <p:spPr>
          <a:xfrm>
            <a:off x="12644050" y="3285525"/>
            <a:ext cx="6072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-MX" sz="2600" u="none" cap="none" strike="noStrike">
                <a:solidFill>
                  <a:srgbClr val="6349FC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endParaRPr b="0" i="0" sz="2600" u="none" cap="none" strike="noStrike">
              <a:solidFill>
                <a:srgbClr val="6349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g7ed7eb645d_0_932"/>
          <p:cNvSpPr txBox="1"/>
          <p:nvPr/>
        </p:nvSpPr>
        <p:spPr>
          <a:xfrm>
            <a:off x="9979175" y="3285525"/>
            <a:ext cx="607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-MX" sz="2600" u="none" cap="none" strike="noStrike">
                <a:solidFill>
                  <a:srgbClr val="6349FC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endParaRPr b="0" i="0" sz="2600" u="none" cap="none" strike="noStrike">
              <a:solidFill>
                <a:srgbClr val="6349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81C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"/>
          <p:cNvSpPr txBox="1"/>
          <p:nvPr/>
        </p:nvSpPr>
        <p:spPr>
          <a:xfrm>
            <a:off x="2295842" y="414450"/>
            <a:ext cx="9218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Elementos disponibles</a:t>
            </a:r>
            <a:endParaRPr b="0" i="0" sz="4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3"/>
          <p:cNvSpPr txBox="1"/>
          <p:nvPr/>
        </p:nvSpPr>
        <p:spPr>
          <a:xfrm>
            <a:off x="4470825" y="3285525"/>
            <a:ext cx="912600" cy="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-MX" sz="2600" u="none" cap="none" strike="noStrike">
                <a:solidFill>
                  <a:srgbClr val="6349FC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endParaRPr b="0" i="0" sz="2600" u="none" cap="none" strike="noStrike">
              <a:solidFill>
                <a:srgbClr val="6349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3"/>
          <p:cNvSpPr/>
          <p:nvPr/>
        </p:nvSpPr>
        <p:spPr>
          <a:xfrm>
            <a:off x="498500" y="7105328"/>
            <a:ext cx="4938280" cy="447444"/>
          </a:xfrm>
          <a:prstGeom prst="rect">
            <a:avLst/>
          </a:prstGeom>
          <a:solidFill>
            <a:srgbClr val="4B22F4"/>
          </a:solidFill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1" name="Google Shape;261;p3"/>
          <p:cNvSpPr txBox="1"/>
          <p:nvPr/>
        </p:nvSpPr>
        <p:spPr>
          <a:xfrm>
            <a:off x="704874" y="7075748"/>
            <a:ext cx="4546390" cy="447444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EDEDED"/>
                </a:solidFill>
                <a:latin typeface="Montserrat"/>
                <a:ea typeface="Montserrat"/>
                <a:cs typeface="Montserrat"/>
                <a:sym typeface="Montserrat"/>
              </a:rPr>
              <a:t>* Recuerda usar múltiplos de 2</a:t>
            </a:r>
            <a:endParaRPr b="0" i="0" sz="1800" u="none" cap="none" strike="noStrike">
              <a:solidFill>
                <a:srgbClr val="EDED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2" name="Google Shape;262;p3"/>
          <p:cNvCxnSpPr/>
          <p:nvPr/>
        </p:nvCxnSpPr>
        <p:spPr>
          <a:xfrm>
            <a:off x="14475844" y="-11"/>
            <a:ext cx="0" cy="3877500"/>
          </a:xfrm>
          <a:prstGeom prst="straightConnector1">
            <a:avLst/>
          </a:prstGeom>
          <a:noFill/>
          <a:ln cap="flat" cmpd="sng" w="19050">
            <a:solidFill>
              <a:srgbClr val="6349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3"/>
          <p:cNvCxnSpPr/>
          <p:nvPr/>
        </p:nvCxnSpPr>
        <p:spPr>
          <a:xfrm>
            <a:off x="14475850" y="6859925"/>
            <a:ext cx="0" cy="1061700"/>
          </a:xfrm>
          <a:prstGeom prst="straightConnector1">
            <a:avLst/>
          </a:prstGeom>
          <a:noFill/>
          <a:ln cap="flat" cmpd="sng" w="19050">
            <a:solidFill>
              <a:srgbClr val="6349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3"/>
          <p:cNvSpPr txBox="1"/>
          <p:nvPr/>
        </p:nvSpPr>
        <p:spPr>
          <a:xfrm rot="-5400000">
            <a:off x="12971200" y="5038125"/>
            <a:ext cx="30093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Decorativos</a:t>
            </a:r>
            <a:endParaRPr b="0" i="0" sz="23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5" name="Google Shape;26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3788" y="3699823"/>
            <a:ext cx="3384330" cy="841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6603688" y="2273776"/>
            <a:ext cx="240703" cy="337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94881" y="3719512"/>
            <a:ext cx="2165351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40672" y="3891337"/>
            <a:ext cx="1430575" cy="8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498499" y="731301"/>
            <a:ext cx="1430575" cy="8298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"/>
          <p:cNvSpPr txBox="1"/>
          <p:nvPr/>
        </p:nvSpPr>
        <p:spPr>
          <a:xfrm>
            <a:off x="12618700" y="3285525"/>
            <a:ext cx="657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-MX" sz="2600" u="none" cap="none" strike="noStrike">
                <a:solidFill>
                  <a:srgbClr val="6349FC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endParaRPr b="0" i="0" sz="2600" u="none" cap="none" strike="noStrike">
              <a:solidFill>
                <a:srgbClr val="6349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3"/>
          <p:cNvSpPr txBox="1"/>
          <p:nvPr/>
        </p:nvSpPr>
        <p:spPr>
          <a:xfrm>
            <a:off x="9826525" y="3285525"/>
            <a:ext cx="912600" cy="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-MX" sz="2600" u="none" cap="none" strike="noStrike">
                <a:solidFill>
                  <a:srgbClr val="6349FC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endParaRPr b="0" i="0" sz="2600" u="none" cap="none" strike="noStrike">
              <a:solidFill>
                <a:srgbClr val="6349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B22F4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9992" y="1628363"/>
            <a:ext cx="1653052" cy="1641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25512" y="2130550"/>
            <a:ext cx="2707535" cy="71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2315" y="4133814"/>
            <a:ext cx="1653054" cy="1094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61499" y="4386358"/>
            <a:ext cx="2634132" cy="5034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0" name="Google Shape;280;p4"/>
          <p:cNvCxnSpPr/>
          <p:nvPr/>
        </p:nvCxnSpPr>
        <p:spPr>
          <a:xfrm>
            <a:off x="14475844" y="-11"/>
            <a:ext cx="0" cy="3877500"/>
          </a:xfrm>
          <a:prstGeom prst="straightConnector1">
            <a:avLst/>
          </a:prstGeom>
          <a:noFill/>
          <a:ln cap="flat" cmpd="sng" w="19050">
            <a:solidFill>
              <a:srgbClr val="6349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4"/>
          <p:cNvCxnSpPr/>
          <p:nvPr/>
        </p:nvCxnSpPr>
        <p:spPr>
          <a:xfrm>
            <a:off x="14475850" y="6859925"/>
            <a:ext cx="0" cy="1061700"/>
          </a:xfrm>
          <a:prstGeom prst="straightConnector1">
            <a:avLst/>
          </a:prstGeom>
          <a:noFill/>
          <a:ln cap="flat" cmpd="sng" w="19050">
            <a:solidFill>
              <a:srgbClr val="6349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4"/>
          <p:cNvSpPr txBox="1"/>
          <p:nvPr/>
        </p:nvSpPr>
        <p:spPr>
          <a:xfrm rot="-5400000">
            <a:off x="12971200" y="5038125"/>
            <a:ext cx="30093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Blanco</a:t>
            </a:r>
            <a:endParaRPr b="0" i="0" sz="23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3" name="Google Shape;28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flipH="1">
            <a:off x="498499" y="731301"/>
            <a:ext cx="1430575" cy="8298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4"/>
          <p:cNvSpPr txBox="1"/>
          <p:nvPr/>
        </p:nvSpPr>
        <p:spPr>
          <a:xfrm>
            <a:off x="2295842" y="414450"/>
            <a:ext cx="9218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Logos</a:t>
            </a:r>
            <a:endParaRPr b="0" i="0" sz="4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5" name="Google Shape;285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08674" y="1700334"/>
            <a:ext cx="2520000" cy="1380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08674" y="3836477"/>
            <a:ext cx="2519999" cy="1382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2616" y="1799763"/>
            <a:ext cx="1653052" cy="1641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51384" y="2301950"/>
            <a:ext cx="2707535" cy="71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74940" y="4303856"/>
            <a:ext cx="1653054" cy="1096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80199" y="4558778"/>
            <a:ext cx="2634133" cy="5014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5" name="Google Shape;295;p5"/>
          <p:cNvCxnSpPr/>
          <p:nvPr/>
        </p:nvCxnSpPr>
        <p:spPr>
          <a:xfrm>
            <a:off x="14475844" y="-11"/>
            <a:ext cx="0" cy="3877500"/>
          </a:xfrm>
          <a:prstGeom prst="straightConnector1">
            <a:avLst/>
          </a:prstGeom>
          <a:noFill/>
          <a:ln cap="flat" cmpd="sng" w="19050">
            <a:solidFill>
              <a:srgbClr val="4B22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5"/>
          <p:cNvCxnSpPr/>
          <p:nvPr/>
        </p:nvCxnSpPr>
        <p:spPr>
          <a:xfrm>
            <a:off x="14475850" y="6859925"/>
            <a:ext cx="0" cy="1061700"/>
          </a:xfrm>
          <a:prstGeom prst="straightConnector1">
            <a:avLst/>
          </a:prstGeom>
          <a:noFill/>
          <a:ln cap="flat" cmpd="sng" w="19050">
            <a:solidFill>
              <a:srgbClr val="4B2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5"/>
          <p:cNvSpPr txBox="1"/>
          <p:nvPr/>
        </p:nvSpPr>
        <p:spPr>
          <a:xfrm rot="-5400000">
            <a:off x="12971200" y="5038125"/>
            <a:ext cx="30093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rgbClr val="D8D8D8"/>
                </a:solidFill>
                <a:latin typeface="Montserrat"/>
                <a:ea typeface="Montserrat"/>
                <a:cs typeface="Montserrat"/>
                <a:sym typeface="Montserrat"/>
              </a:rPr>
              <a:t>Negro</a:t>
            </a:r>
            <a:endParaRPr b="0" i="0" sz="2300" u="none" cap="none" strike="noStrike">
              <a:solidFill>
                <a:srgbClr val="D8D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8" name="Google Shape;29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8500" y="709642"/>
            <a:ext cx="1430575" cy="126308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5"/>
          <p:cNvSpPr txBox="1"/>
          <p:nvPr/>
        </p:nvSpPr>
        <p:spPr>
          <a:xfrm>
            <a:off x="2295842" y="414450"/>
            <a:ext cx="9218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4B22F4"/>
                </a:solidFill>
                <a:latin typeface="Montserrat"/>
                <a:ea typeface="Montserrat"/>
                <a:cs typeface="Montserrat"/>
                <a:sym typeface="Montserrat"/>
              </a:rPr>
              <a:t>Logos</a:t>
            </a:r>
            <a:endParaRPr b="0" i="0" sz="4000" u="none" cap="none" strike="noStrike">
              <a:solidFill>
                <a:srgbClr val="4B22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0" name="Google Shape;300;p5"/>
          <p:cNvPicPr preferRelativeResize="0"/>
          <p:nvPr/>
        </p:nvPicPr>
        <p:blipFill rotWithShape="1">
          <a:blip r:embed="rId8">
            <a:alphaModFix/>
          </a:blip>
          <a:srcRect b="0" l="18" r="9" t="0"/>
          <a:stretch/>
        </p:blipFill>
        <p:spPr>
          <a:xfrm>
            <a:off x="2660299" y="1871734"/>
            <a:ext cx="2520000" cy="1380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5"/>
          <p:cNvPicPr preferRelativeResize="0"/>
          <p:nvPr/>
        </p:nvPicPr>
        <p:blipFill rotWithShape="1">
          <a:blip r:embed="rId9">
            <a:alphaModFix/>
          </a:blip>
          <a:srcRect b="7" l="0" r="0" t="9"/>
          <a:stretch/>
        </p:blipFill>
        <p:spPr>
          <a:xfrm>
            <a:off x="2660299" y="4007877"/>
            <a:ext cx="2519999" cy="1382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0817" y="2503987"/>
            <a:ext cx="1653052" cy="1641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12412" y="3006175"/>
            <a:ext cx="2707535" cy="71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3139" y="5008081"/>
            <a:ext cx="1653054" cy="1096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48399" y="5261983"/>
            <a:ext cx="2634133" cy="5014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0" name="Google Shape;310;p6"/>
          <p:cNvCxnSpPr/>
          <p:nvPr/>
        </p:nvCxnSpPr>
        <p:spPr>
          <a:xfrm>
            <a:off x="14475844" y="-11"/>
            <a:ext cx="0" cy="3877500"/>
          </a:xfrm>
          <a:prstGeom prst="straightConnector1">
            <a:avLst/>
          </a:prstGeom>
          <a:noFill/>
          <a:ln cap="flat" cmpd="sng" w="19050">
            <a:solidFill>
              <a:srgbClr val="4B22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6"/>
          <p:cNvCxnSpPr/>
          <p:nvPr/>
        </p:nvCxnSpPr>
        <p:spPr>
          <a:xfrm>
            <a:off x="14475850" y="6859925"/>
            <a:ext cx="0" cy="1061700"/>
          </a:xfrm>
          <a:prstGeom prst="straightConnector1">
            <a:avLst/>
          </a:prstGeom>
          <a:noFill/>
          <a:ln cap="flat" cmpd="sng" w="19050">
            <a:solidFill>
              <a:srgbClr val="4B2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6"/>
          <p:cNvSpPr txBox="1"/>
          <p:nvPr/>
        </p:nvSpPr>
        <p:spPr>
          <a:xfrm rot="-5400000">
            <a:off x="12971200" y="5038125"/>
            <a:ext cx="30093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rgbClr val="D8D8D8"/>
                </a:solidFill>
                <a:latin typeface="Montserrat"/>
                <a:ea typeface="Montserrat"/>
                <a:cs typeface="Montserrat"/>
                <a:sym typeface="Montserrat"/>
              </a:rPr>
              <a:t>Morado</a:t>
            </a:r>
            <a:endParaRPr b="0" i="0" sz="2300" u="none" cap="none" strike="noStrike">
              <a:solidFill>
                <a:srgbClr val="D8D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8500" y="709642"/>
            <a:ext cx="1430575" cy="126308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6"/>
          <p:cNvSpPr txBox="1"/>
          <p:nvPr/>
        </p:nvSpPr>
        <p:spPr>
          <a:xfrm>
            <a:off x="2295842" y="414450"/>
            <a:ext cx="9218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4B22F4"/>
                </a:solidFill>
                <a:latin typeface="Montserrat"/>
                <a:ea typeface="Montserrat"/>
                <a:cs typeface="Montserrat"/>
                <a:sym typeface="Montserrat"/>
              </a:rPr>
              <a:t>Logos</a:t>
            </a:r>
            <a:endParaRPr b="0" i="0" sz="4000" u="none" cap="none" strike="noStrike">
              <a:solidFill>
                <a:srgbClr val="4B22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5" name="Google Shape;315;p6"/>
          <p:cNvPicPr preferRelativeResize="0"/>
          <p:nvPr/>
        </p:nvPicPr>
        <p:blipFill rotWithShape="1">
          <a:blip r:embed="rId8">
            <a:alphaModFix/>
          </a:blip>
          <a:srcRect b="167" l="0" r="0" t="159"/>
          <a:stretch/>
        </p:blipFill>
        <p:spPr>
          <a:xfrm>
            <a:off x="1608299" y="2575959"/>
            <a:ext cx="2520000" cy="1380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6"/>
          <p:cNvPicPr preferRelativeResize="0"/>
          <p:nvPr/>
        </p:nvPicPr>
        <p:blipFill rotWithShape="1">
          <a:blip r:embed="rId9">
            <a:alphaModFix/>
          </a:blip>
          <a:srcRect b="7" l="0" r="0" t="9"/>
          <a:stretch/>
        </p:blipFill>
        <p:spPr>
          <a:xfrm>
            <a:off x="1608299" y="4712102"/>
            <a:ext cx="2519999" cy="1382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g7ed7eb645d_0_9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8528" y="5171134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g7ed7eb645d_0_9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4150" y="5173172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g7ed7eb645d_0_9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57265" y="5171166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g7ed7eb645d_0_9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02899" y="5165698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g7ed7eb645d_0_9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7681" y="5173168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g7ed7eb645d_0_9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82254" y="5173168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g7ed7eb645d_0_9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27528" y="5173168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g7ed7eb645d_0_94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72802" y="5173168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g7ed7eb645d_0_94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517376" y="5165698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g7ed7eb645d_0_94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60889" y="5165698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g7ed7eb645d_0_94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942994" y="4153837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g7ed7eb645d_0_94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796525" y="4153837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7ed7eb645d_0_94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737006" y="4153837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g7ed7eb645d_0_94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564531" y="4216944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g7ed7eb645d_0_94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392055" y="4153837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g7ed7eb645d_0_94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332536" y="4103091"/>
            <a:ext cx="787784" cy="789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7ed7eb645d_0_94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273016" y="4103091"/>
            <a:ext cx="787784" cy="789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g7ed7eb645d_0_94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282254" y="4153895"/>
            <a:ext cx="787784" cy="789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g7ed7eb645d_0_94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927528" y="4153895"/>
            <a:ext cx="787784" cy="789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g7ed7eb645d_0_94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641560" y="4153895"/>
            <a:ext cx="787784" cy="789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g7ed7eb645d_0_94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517376" y="4148370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g7ed7eb645d_0_94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560889" y="4148370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g7ed7eb645d_0_94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2912523" y="3136508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g7ed7eb645d_0_942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11796525" y="3136508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g7ed7eb645d_0_942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0680528" y="3136508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g7ed7eb645d_0_942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9564531" y="3136508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g7ed7eb645d_0_942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8448533" y="3136508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g7ed7eb645d_0_942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7332536" y="3136508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g7ed7eb645d_0_942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6273016" y="3204736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g7ed7eb645d_0_942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5213497" y="3136508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g7ed7eb645d_0_942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3927528" y="3136508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g7ed7eb645d_0_942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2641560" y="3136508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g7ed7eb645d_0_942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1517376" y="3136508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g7ed7eb645d_0_942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560889" y="3136508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g7ed7eb645d_0_942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12942994" y="2119180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g7ed7eb645d_0_942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11801900" y="2119180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g7ed7eb645d_0_942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10660806" y="2119180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g7ed7eb645d_0_942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9519712" y="2119180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g7ed7eb645d_0_942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8448533" y="2119180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g7ed7eb645d_0_942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7294167" y="2119180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g7ed7eb645d_0_942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6273016" y="2119180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g7ed7eb645d_0_942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5213497" y="2119180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g7ed7eb645d_0_942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3927528" y="2119180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g7ed7eb645d_0_942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2641560" y="2119180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g7ed7eb645d_0_942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1517376" y="2119180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g7ed7eb645d_0_942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560889" y="2119180"/>
            <a:ext cx="787784" cy="78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g7ed7eb645d_0_942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498500" y="709642"/>
            <a:ext cx="1430575" cy="126308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7ed7eb645d_0_942"/>
          <p:cNvSpPr txBox="1"/>
          <p:nvPr/>
        </p:nvSpPr>
        <p:spPr>
          <a:xfrm>
            <a:off x="2295842" y="414450"/>
            <a:ext cx="9218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16181C"/>
                </a:solidFill>
                <a:latin typeface="Montserrat"/>
                <a:ea typeface="Montserrat"/>
                <a:cs typeface="Montserrat"/>
                <a:sym typeface="Montserrat"/>
              </a:rPr>
              <a:t>Iconos</a:t>
            </a:r>
            <a:endParaRPr b="0" i="0" sz="4000" u="none" cap="none" strike="noStrike">
              <a:solidFill>
                <a:srgbClr val="16181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69" name="Google Shape;369;g7ed7eb645d_0_942"/>
          <p:cNvCxnSpPr/>
          <p:nvPr/>
        </p:nvCxnSpPr>
        <p:spPr>
          <a:xfrm>
            <a:off x="14475844" y="-11"/>
            <a:ext cx="0" cy="3877500"/>
          </a:xfrm>
          <a:prstGeom prst="straightConnector1">
            <a:avLst/>
          </a:prstGeom>
          <a:noFill/>
          <a:ln cap="flat" cmpd="sng" w="19050">
            <a:solidFill>
              <a:srgbClr val="4B22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" name="Google Shape;370;g7ed7eb645d_0_942"/>
          <p:cNvCxnSpPr/>
          <p:nvPr/>
        </p:nvCxnSpPr>
        <p:spPr>
          <a:xfrm>
            <a:off x="14475850" y="6859925"/>
            <a:ext cx="0" cy="1061700"/>
          </a:xfrm>
          <a:prstGeom prst="straightConnector1">
            <a:avLst/>
          </a:prstGeom>
          <a:noFill/>
          <a:ln cap="flat" cmpd="sng" w="19050">
            <a:solidFill>
              <a:srgbClr val="4B2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" name="Google Shape;371;g7ed7eb645d_0_942"/>
          <p:cNvSpPr txBox="1"/>
          <p:nvPr/>
        </p:nvSpPr>
        <p:spPr>
          <a:xfrm rot="-5400000">
            <a:off x="12971200" y="5038125"/>
            <a:ext cx="30093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rgbClr val="D8D8D8"/>
                </a:solidFill>
                <a:latin typeface="Montserrat"/>
                <a:ea typeface="Montserrat"/>
                <a:cs typeface="Montserrat"/>
                <a:sym typeface="Montserrat"/>
              </a:rPr>
              <a:t>Fondo Blanco</a:t>
            </a:r>
            <a:endParaRPr b="0" i="0" sz="2300" u="none" cap="none" strike="noStrike">
              <a:solidFill>
                <a:srgbClr val="D8D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B22F4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g7ed7eb645d_0_9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0254" y="2869652"/>
            <a:ext cx="740877" cy="74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g7ed7eb645d_0_9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90224" y="6336512"/>
            <a:ext cx="740877" cy="74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g7ed7eb645d_0_9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0892" y="6342808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g7ed7eb645d_0_9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2548" y="6467240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g7ed7eb645d_0_99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9384" y="6407967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g7ed7eb645d_0_99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56201" y="6343218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g7ed7eb645d_0_99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73019" y="6343184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g7ed7eb645d_0_99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7240" y="6342808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g7ed7eb645d_0_99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210854" y="5163392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g7ed7eb645d_0_99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80578" y="5101946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g7ed7eb645d_0_99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083828" y="5101946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g7ed7eb645d_0_99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892237" y="5101946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g7ed7eb645d_0_99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802165" y="5101946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g7ed7eb645d_0_99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509056" y="5101946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g7ed7eb645d_0_99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215929" y="5163392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g7ed7eb645d_0_99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246189" y="5163409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g7ed7eb645d_0_99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217633" y="5163392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g7ed7eb645d_0_99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937534" y="5162704"/>
            <a:ext cx="723082" cy="724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g7ed7eb645d_0_99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07240" y="5162704"/>
            <a:ext cx="723082" cy="724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g7ed7eb645d_0_99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2187592" y="3941520"/>
            <a:ext cx="723082" cy="724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g7ed7eb645d_0_99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1083040" y="3982912"/>
            <a:ext cx="723082" cy="724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g7ed7eb645d_0_99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0113319" y="3982912"/>
            <a:ext cx="723082" cy="724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g7ed7eb645d_0_99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9021225" y="3983600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g7ed7eb645d_0_992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7802201" y="3941062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g7ed7eb645d_0_992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6509056" y="3983600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g7ed7eb645d_0_992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5274745" y="3918851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g7ed7eb645d_0_992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4246189" y="3983600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g7ed7eb645d_0_992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3256201" y="3983600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g7ed7eb645d_0_992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2012446" y="3983600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g7ed7eb645d_0_992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807240" y="3950781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g7ed7eb645d_0_992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12210854" y="2876359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g7ed7eb645d_0_992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11083040" y="2972882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g7ed7eb645d_0_992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10113319" y="2972882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g7ed7eb645d_0_992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9021225" y="2972882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g7ed7eb645d_0_992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6509056" y="2865253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g7ed7eb645d_0_992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5274745" y="2865253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g7ed7eb645d_0_992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4246189" y="2972882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g7ed7eb645d_0_992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3217633" y="2972882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g7ed7eb645d_0_992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2012446" y="2972882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g7ed7eb645d_0_992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807240" y="2865253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g7ed7eb645d_0_992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12187592" y="1811655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g7ed7eb645d_0_992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11083040" y="1811655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g7ed7eb645d_0_992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10113319" y="1811655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g7ed7eb645d_0_992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9021225" y="1811655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g7ed7eb645d_0_992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7802178" y="1811633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g7ed7eb645d_0_992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6509051" y="1811649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g7ed7eb645d_0_992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4176478" y="1811652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g7ed7eb645d_0_992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5215935" y="1811634"/>
            <a:ext cx="723082" cy="7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g7ed7eb645d_0_992"/>
          <p:cNvPicPr preferRelativeResize="0"/>
          <p:nvPr/>
        </p:nvPicPr>
        <p:blipFill rotWithShape="1">
          <a:blip r:embed="rId51">
            <a:alphaModFix/>
          </a:blip>
          <a:srcRect b="0" l="0" r="0" t="0"/>
          <a:stretch/>
        </p:blipFill>
        <p:spPr>
          <a:xfrm>
            <a:off x="3095620" y="1721139"/>
            <a:ext cx="962519" cy="964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g7ed7eb645d_0_992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>
            <a:off x="1851871" y="1721122"/>
            <a:ext cx="962519" cy="964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g7ed7eb645d_0_992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646674" y="1721133"/>
            <a:ext cx="962519" cy="964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g7ed7eb645d_0_992"/>
          <p:cNvPicPr preferRelativeResize="0"/>
          <p:nvPr/>
        </p:nvPicPr>
        <p:blipFill rotWithShape="1">
          <a:blip r:embed="rId54">
            <a:alphaModFix/>
          </a:blip>
          <a:srcRect b="0" l="0" r="0" t="0"/>
          <a:stretch/>
        </p:blipFill>
        <p:spPr>
          <a:xfrm flipH="1">
            <a:off x="498499" y="731301"/>
            <a:ext cx="1430575" cy="82989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g7ed7eb645d_0_992"/>
          <p:cNvSpPr txBox="1"/>
          <p:nvPr/>
        </p:nvSpPr>
        <p:spPr>
          <a:xfrm>
            <a:off x="2295842" y="414450"/>
            <a:ext cx="9218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7725" lIns="147725" spcFirstLastPara="1" rIns="147725" wrap="square" tIns="14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Iconos</a:t>
            </a:r>
            <a:endParaRPr b="0" i="0" sz="4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29" name="Google Shape;429;g7ed7eb645d_0_992"/>
          <p:cNvCxnSpPr/>
          <p:nvPr/>
        </p:nvCxnSpPr>
        <p:spPr>
          <a:xfrm>
            <a:off x="14475844" y="-11"/>
            <a:ext cx="0" cy="3877500"/>
          </a:xfrm>
          <a:prstGeom prst="straightConnector1">
            <a:avLst/>
          </a:prstGeom>
          <a:noFill/>
          <a:ln cap="flat" cmpd="sng" w="19050">
            <a:solidFill>
              <a:srgbClr val="6349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" name="Google Shape;430;g7ed7eb645d_0_992"/>
          <p:cNvCxnSpPr/>
          <p:nvPr/>
        </p:nvCxnSpPr>
        <p:spPr>
          <a:xfrm>
            <a:off x="14475850" y="6859925"/>
            <a:ext cx="0" cy="1061700"/>
          </a:xfrm>
          <a:prstGeom prst="straightConnector1">
            <a:avLst/>
          </a:prstGeom>
          <a:noFill/>
          <a:ln cap="flat" cmpd="sng" w="19050">
            <a:solidFill>
              <a:srgbClr val="6349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g7ed7eb645d_0_992"/>
          <p:cNvSpPr txBox="1"/>
          <p:nvPr/>
        </p:nvSpPr>
        <p:spPr>
          <a:xfrm rot="-5400000">
            <a:off x="12971200" y="5038125"/>
            <a:ext cx="30093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7725" lIns="147725" spcFirstLastPara="1" rIns="147725" wrap="square" tIns="14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Fondo de color</a:t>
            </a:r>
            <a:endParaRPr b="0" i="0" sz="23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2019-06-04T15:49:37Z</dcterms:created>
  <dc:creator>CONTENIDOS-41</dc:creator>
</cp:coreProperties>
</file>